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3"/>
  </p:notesMasterIdLst>
  <p:sldIdLst>
    <p:sldId id="256" r:id="rId2"/>
    <p:sldId id="301" r:id="rId3"/>
    <p:sldId id="258" r:id="rId4"/>
    <p:sldId id="259" r:id="rId5"/>
    <p:sldId id="260" r:id="rId6"/>
    <p:sldId id="261" r:id="rId7"/>
    <p:sldId id="300" r:id="rId8"/>
    <p:sldId id="262" r:id="rId9"/>
    <p:sldId id="302" r:id="rId10"/>
    <p:sldId id="303" r:id="rId11"/>
    <p:sldId id="304" r:id="rId12"/>
  </p:sldIdLst>
  <p:sldSz cx="9144000" cy="5143500" type="screen16x9"/>
  <p:notesSz cx="6858000" cy="9144000"/>
  <p:embeddedFontLst>
    <p:embeddedFont>
      <p:font typeface="Anonymous Pro" panose="020B0604020202020204" charset="0"/>
      <p:regular r:id="rId14"/>
      <p:bold r:id="rId15"/>
      <p:italic r:id="rId16"/>
      <p:boldItalic r:id="rId17"/>
    </p:embeddedFont>
    <p:embeddedFont>
      <p:font typeface="Coming Soon" panose="020B0604020202020204" charset="0"/>
      <p:regular r:id="rId18"/>
    </p:embeddedFont>
    <p:embeddedFont>
      <p:font typeface="Concert One" panose="020B0604020202020204" charset="0"/>
      <p:regular r:id="rId19"/>
    </p:embeddedFont>
    <p:embeddedFont>
      <p:font typeface="Roboto Mono Regular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2B7C0A-9713-4250-B571-BA5B9205D585}">
  <a:tblStyle styleId="{2A2B7C0A-9713-4250-B571-BA5B9205D5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8360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77e31443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777e314435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1343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853034354b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853034354b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2643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4994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853034354b_0_248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853034354b_0_248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1011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61089"/>
          <a:stretch/>
        </p:blipFill>
        <p:spPr>
          <a:xfrm rot="-620881">
            <a:off x="1853551" y="40483"/>
            <a:ext cx="2068426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1047887" y="524012"/>
            <a:ext cx="7048226" cy="410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3925" y="2989525"/>
            <a:ext cx="1584774" cy="1852801"/>
          </a:xfrm>
          <a:prstGeom prst="rect">
            <a:avLst/>
          </a:prstGeom>
          <a:noFill/>
          <a:ln>
            <a:noFill/>
          </a:ln>
          <a:effectLst>
            <a:outerShdw blurRad="57150" dist="19050" dir="3300000" algn="bl" rotWithShape="0">
              <a:srgbClr val="000000">
                <a:alpha val="34000"/>
              </a:srgbClr>
            </a:outerShdw>
          </a:effectLst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532100" y="172842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151" y="447699"/>
            <a:ext cx="5395700" cy="42481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673000" y="2550900"/>
            <a:ext cx="3798000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2937741" y="3307350"/>
            <a:ext cx="3268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 hasCustomPrompt="1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800"/>
              <a:buNone/>
              <a:defRPr sz="4800" b="0">
                <a:solidFill>
                  <a:srgbClr val="595959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7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996375" y="1900525"/>
            <a:ext cx="2901600" cy="22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marL="914400" lvl="1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marL="1371600" lvl="2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marL="1828800" lvl="3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marL="2286000" lvl="4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marL="2743200" lvl="5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marL="3200400" lvl="6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marL="3657600" lvl="7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marL="4114800" lvl="8" indent="-3302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9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1629950" y="3828100"/>
            <a:ext cx="2332500" cy="6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ncert One"/>
              <a:buNone/>
              <a:defRPr sz="1600">
                <a:latin typeface="Concert One"/>
                <a:ea typeface="Concert One"/>
                <a:cs typeface="Concert One"/>
                <a:sym typeface="Concert On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5044725" y="539500"/>
            <a:ext cx="3224400" cy="40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0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1002325" y="711173"/>
            <a:ext cx="2403900" cy="13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 txBox="1">
            <a:spLocks noGrp="1"/>
          </p:cNvSpPr>
          <p:nvPr>
            <p:ph type="title"/>
          </p:nvPr>
        </p:nvSpPr>
        <p:spPr>
          <a:xfrm>
            <a:off x="907470" y="1705233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"/>
          </p:nvPr>
        </p:nvSpPr>
        <p:spPr>
          <a:xfrm>
            <a:off x="929350" y="2161275"/>
            <a:ext cx="28740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2"/>
          </p:nvPr>
        </p:nvSpPr>
        <p:spPr>
          <a:xfrm>
            <a:off x="5318730" y="1705233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3"/>
          </p:nvPr>
        </p:nvSpPr>
        <p:spPr>
          <a:xfrm>
            <a:off x="5340612" y="2161275"/>
            <a:ext cx="28740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4"/>
          </p:nvPr>
        </p:nvSpPr>
        <p:spPr>
          <a:xfrm>
            <a:off x="907470" y="3221098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5"/>
          </p:nvPr>
        </p:nvSpPr>
        <p:spPr>
          <a:xfrm>
            <a:off x="929350" y="3685875"/>
            <a:ext cx="28740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6"/>
          </p:nvPr>
        </p:nvSpPr>
        <p:spPr>
          <a:xfrm>
            <a:off x="5318730" y="3221098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7"/>
          </p:nvPr>
        </p:nvSpPr>
        <p:spPr>
          <a:xfrm>
            <a:off x="5340612" y="3685874"/>
            <a:ext cx="28740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8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SECTION_TITLE_AND_DESCRIPTION_1_1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650175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1262550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>
            <a:off x="1922400" y="3538630"/>
            <a:ext cx="21402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nonymous Pro"/>
              <a:buNone/>
              <a:defRPr sz="1600" b="0">
                <a:solidFill>
                  <a:schemeClr val="dk2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ubTitle" idx="1"/>
          </p:nvPr>
        </p:nvSpPr>
        <p:spPr>
          <a:xfrm>
            <a:off x="1922400" y="1269487"/>
            <a:ext cx="3439500" cy="21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ncert One"/>
              <a:buNone/>
              <a:defRPr sz="2400" b="1">
                <a:latin typeface="Concert One"/>
                <a:ea typeface="Concert One"/>
                <a:cs typeface="Concert One"/>
                <a:sym typeface="Concert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APTION_ONLY_1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4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SECTION_TITLE_AND_DESCRIPTION_1_1_3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5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IG_NUMBER_1_1_2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6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6"/>
          <p:cNvPicPr preferRelativeResize="0"/>
          <p:nvPr/>
        </p:nvPicPr>
        <p:blipFill rotWithShape="1">
          <a:blip r:embed="rId3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ncert One"/>
              <a:buNone/>
              <a:defRPr sz="2800" b="1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249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Regular"/>
              <a:buChar char="●"/>
              <a:defRPr sz="1800">
                <a:solidFill>
                  <a:schemeClr val="accent2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Regular"/>
              <a:buChar char="○"/>
              <a:defRPr>
                <a:solidFill>
                  <a:schemeClr val="accent2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Regular"/>
              <a:buChar char="■"/>
              <a:defRPr>
                <a:solidFill>
                  <a:schemeClr val="accent2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Regular"/>
              <a:buChar char="●"/>
              <a:defRPr>
                <a:solidFill>
                  <a:schemeClr val="accent2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Regular"/>
              <a:buChar char="○"/>
              <a:defRPr>
                <a:solidFill>
                  <a:schemeClr val="accent2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Regular"/>
              <a:buChar char="■"/>
              <a:defRPr>
                <a:solidFill>
                  <a:schemeClr val="accent2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Regular"/>
              <a:buChar char="●"/>
              <a:defRPr>
                <a:solidFill>
                  <a:schemeClr val="accent2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Regular"/>
              <a:buChar char="○"/>
              <a:defRPr>
                <a:solidFill>
                  <a:schemeClr val="accent2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Regular"/>
              <a:buChar char="■"/>
              <a:defRPr>
                <a:solidFill>
                  <a:schemeClr val="accent2"/>
                </a:solidFill>
                <a:latin typeface="Roboto Mono Regular"/>
                <a:ea typeface="Roboto Mono Regular"/>
                <a:cs typeface="Roboto Mono Regular"/>
                <a:sym typeface="Roboto Mono Regula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5" r:id="rId4"/>
    <p:sldLayoutId id="2147483656" r:id="rId5"/>
    <p:sldLayoutId id="2147483658" r:id="rId6"/>
    <p:sldLayoutId id="2147483659" r:id="rId7"/>
    <p:sldLayoutId id="2147483661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>
            <a:spLocks noGrp="1"/>
          </p:cNvSpPr>
          <p:nvPr>
            <p:ph type="ctrTitle"/>
          </p:nvPr>
        </p:nvSpPr>
        <p:spPr>
          <a:xfrm>
            <a:off x="1532100" y="172842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Arduino </a:t>
            </a:r>
            <a:br>
              <a:rPr lang="en" dirty="0">
                <a:solidFill>
                  <a:schemeClr val="accent2"/>
                </a:solidFill>
              </a:rPr>
            </a:br>
            <a:r>
              <a:rPr lang="en" dirty="0">
                <a:solidFill>
                  <a:schemeClr val="accent2"/>
                </a:solidFill>
              </a:rPr>
              <a:t>Programming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177" name="Google Shape;177;p29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Here starts the lesson!</a:t>
            </a:r>
            <a:endParaRPr b="0"/>
          </a:p>
        </p:txBody>
      </p:sp>
      <p:sp>
        <p:nvSpPr>
          <p:cNvPr id="178" name="Google Shape;178;p29"/>
          <p:cNvSpPr/>
          <p:nvPr/>
        </p:nvSpPr>
        <p:spPr>
          <a:xfrm>
            <a:off x="2077775" y="2315545"/>
            <a:ext cx="617075" cy="45719"/>
          </a:xfrm>
          <a:custGeom>
            <a:avLst/>
            <a:gdLst/>
            <a:ahLst/>
            <a:cxnLst/>
            <a:rect l="l" t="t" r="r" b="b"/>
            <a:pathLst>
              <a:path w="24683" h="635" extrusionOk="0">
                <a:moveTo>
                  <a:pt x="0" y="635"/>
                </a:moveTo>
                <a:cubicBezTo>
                  <a:pt x="8115" y="-719"/>
                  <a:pt x="16455" y="635"/>
                  <a:pt x="24683" y="635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9" name="Google Shape;179;p29"/>
          <p:cNvSpPr/>
          <p:nvPr/>
        </p:nvSpPr>
        <p:spPr>
          <a:xfrm flipV="1">
            <a:off x="6943950" y="3014539"/>
            <a:ext cx="613650" cy="55813"/>
          </a:xfrm>
          <a:custGeom>
            <a:avLst/>
            <a:gdLst/>
            <a:ahLst/>
            <a:cxnLst/>
            <a:rect l="l" t="t" r="r" b="b"/>
            <a:pathLst>
              <a:path w="24546" h="551" extrusionOk="0">
                <a:moveTo>
                  <a:pt x="0" y="551"/>
                </a:moveTo>
                <a:cubicBezTo>
                  <a:pt x="8133" y="-353"/>
                  <a:pt x="16363" y="137"/>
                  <a:pt x="24546" y="137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0" name="Google Shape;180;p29"/>
          <p:cNvSpPr/>
          <p:nvPr/>
        </p:nvSpPr>
        <p:spPr>
          <a:xfrm>
            <a:off x="1889900" y="4413504"/>
            <a:ext cx="992850" cy="102600"/>
          </a:xfrm>
          <a:custGeom>
            <a:avLst/>
            <a:gdLst/>
            <a:ahLst/>
            <a:cxnLst/>
            <a:rect l="l" t="t" r="r" b="b"/>
            <a:pathLst>
              <a:path w="39714" h="4104" extrusionOk="0">
                <a:moveTo>
                  <a:pt x="0" y="4104"/>
                </a:moveTo>
                <a:cubicBezTo>
                  <a:pt x="11382" y="-2730"/>
                  <a:pt x="26437" y="1070"/>
                  <a:pt x="39714" y="1070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81" name="Google Shape;181;p29"/>
          <p:cNvPicPr preferRelativeResize="0"/>
          <p:nvPr/>
        </p:nvPicPr>
        <p:blipFill rotWithShape="1">
          <a:blip r:embed="rId3">
            <a:alphaModFix/>
          </a:blip>
          <a:srcRect t="16970" r="8892" b="21025"/>
          <a:stretch/>
        </p:blipFill>
        <p:spPr>
          <a:xfrm>
            <a:off x="6539175" y="3603223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9"/>
          <p:cNvPicPr preferRelativeResize="0"/>
          <p:nvPr/>
        </p:nvPicPr>
        <p:blipFill rotWithShape="1">
          <a:blip r:embed="rId4">
            <a:alphaModFix/>
          </a:blip>
          <a:srcRect t="16734" r="8892" b="18300"/>
          <a:stretch/>
        </p:blipFill>
        <p:spPr>
          <a:xfrm>
            <a:off x="6593475" y="3070352"/>
            <a:ext cx="2036850" cy="846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211" name="Google Shape;211;p32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2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2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2"/>
          <p:cNvSpPr txBox="1">
            <a:spLocks noGrp="1"/>
          </p:cNvSpPr>
          <p:nvPr>
            <p:ph type="title"/>
          </p:nvPr>
        </p:nvSpPr>
        <p:spPr>
          <a:xfrm>
            <a:off x="2513512" y="2918157"/>
            <a:ext cx="4291326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cert One" panose="020B0604020202020204" charset="0"/>
              </a:rPr>
              <a:t>Control Operators</a:t>
            </a:r>
            <a:endParaRPr dirty="0">
              <a:latin typeface="Concert On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134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>
            <a:spLocks noGrp="1"/>
          </p:cNvSpPr>
          <p:nvPr>
            <p:ph type="title" idx="8"/>
          </p:nvPr>
        </p:nvSpPr>
        <p:spPr>
          <a:xfrm>
            <a:off x="997655" y="650637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Concert One" panose="020B0604020202020204" charset="0"/>
                <a:ea typeface="Arial"/>
                <a:cs typeface="Arial"/>
                <a:sym typeface="Arial"/>
              </a:rPr>
              <a:t>If Statement</a:t>
            </a:r>
            <a:endParaRPr dirty="0">
              <a:latin typeface="Concert One" panose="020B0604020202020204" charset="0"/>
            </a:endParaRPr>
          </a:p>
        </p:txBody>
      </p:sp>
      <p:sp>
        <p:nvSpPr>
          <p:cNvPr id="195" name="Google Shape;195;p31"/>
          <p:cNvSpPr/>
          <p:nvPr/>
        </p:nvSpPr>
        <p:spPr>
          <a:xfrm>
            <a:off x="3435029" y="563485"/>
            <a:ext cx="674863" cy="488424"/>
          </a:xfrm>
          <a:custGeom>
            <a:avLst/>
            <a:gdLst/>
            <a:ahLst/>
            <a:cxnLst/>
            <a:rect l="l" t="t" r="r" b="b"/>
            <a:pathLst>
              <a:path w="35347" h="25582" extrusionOk="0">
                <a:moveTo>
                  <a:pt x="32086" y="1331"/>
                </a:moveTo>
                <a:cubicBezTo>
                  <a:pt x="32060" y="1725"/>
                  <a:pt x="32014" y="2116"/>
                  <a:pt x="31884" y="2511"/>
                </a:cubicBezTo>
                <a:cubicBezTo>
                  <a:pt x="31710" y="3037"/>
                  <a:pt x="31422" y="3448"/>
                  <a:pt x="31140" y="3873"/>
                </a:cubicBezTo>
                <a:lnTo>
                  <a:pt x="31140" y="3875"/>
                </a:lnTo>
                <a:cubicBezTo>
                  <a:pt x="31045" y="3802"/>
                  <a:pt x="30957" y="3717"/>
                  <a:pt x="30879" y="3626"/>
                </a:cubicBezTo>
                <a:cubicBezTo>
                  <a:pt x="30960" y="3537"/>
                  <a:pt x="31004" y="3420"/>
                  <a:pt x="31004" y="3300"/>
                </a:cubicBezTo>
                <a:cubicBezTo>
                  <a:pt x="31012" y="2456"/>
                  <a:pt x="31170" y="1364"/>
                  <a:pt x="32086" y="1331"/>
                </a:cubicBezTo>
                <a:close/>
                <a:moveTo>
                  <a:pt x="33448" y="2151"/>
                </a:moveTo>
                <a:lnTo>
                  <a:pt x="33448" y="2151"/>
                </a:lnTo>
                <a:cubicBezTo>
                  <a:pt x="33674" y="2664"/>
                  <a:pt x="33586" y="3318"/>
                  <a:pt x="33167" y="3795"/>
                </a:cubicBezTo>
                <a:cubicBezTo>
                  <a:pt x="33046" y="3933"/>
                  <a:pt x="32896" y="4044"/>
                  <a:pt x="32729" y="4118"/>
                </a:cubicBezTo>
                <a:cubicBezTo>
                  <a:pt x="33098" y="3528"/>
                  <a:pt x="33326" y="2819"/>
                  <a:pt x="33448" y="2151"/>
                </a:cubicBezTo>
                <a:close/>
                <a:moveTo>
                  <a:pt x="32524" y="1387"/>
                </a:moveTo>
                <a:cubicBezTo>
                  <a:pt x="32540" y="1390"/>
                  <a:pt x="32555" y="1392"/>
                  <a:pt x="32571" y="1397"/>
                </a:cubicBezTo>
                <a:cubicBezTo>
                  <a:pt x="32884" y="1486"/>
                  <a:pt x="33123" y="1661"/>
                  <a:pt x="33289" y="1878"/>
                </a:cubicBezTo>
                <a:cubicBezTo>
                  <a:pt x="33081" y="2445"/>
                  <a:pt x="32804" y="2943"/>
                  <a:pt x="32503" y="3432"/>
                </a:cubicBezTo>
                <a:cubicBezTo>
                  <a:pt x="32416" y="3432"/>
                  <a:pt x="32336" y="3480"/>
                  <a:pt x="32295" y="3557"/>
                </a:cubicBezTo>
                <a:cubicBezTo>
                  <a:pt x="32169" y="3777"/>
                  <a:pt x="32049" y="4000"/>
                  <a:pt x="31925" y="4221"/>
                </a:cubicBezTo>
                <a:cubicBezTo>
                  <a:pt x="31817" y="4204"/>
                  <a:pt x="31712" y="4175"/>
                  <a:pt x="31611" y="4138"/>
                </a:cubicBezTo>
                <a:cubicBezTo>
                  <a:pt x="32171" y="3413"/>
                  <a:pt x="32513" y="2340"/>
                  <a:pt x="32524" y="1387"/>
                </a:cubicBezTo>
                <a:close/>
                <a:moveTo>
                  <a:pt x="9407" y="5159"/>
                </a:moveTo>
                <a:cubicBezTo>
                  <a:pt x="10187" y="6580"/>
                  <a:pt x="10603" y="7882"/>
                  <a:pt x="10645" y="9398"/>
                </a:cubicBezTo>
                <a:cubicBezTo>
                  <a:pt x="10279" y="9775"/>
                  <a:pt x="9939" y="10175"/>
                  <a:pt x="9627" y="10596"/>
                </a:cubicBezTo>
                <a:lnTo>
                  <a:pt x="9626" y="10596"/>
                </a:lnTo>
                <a:cubicBezTo>
                  <a:pt x="9570" y="10548"/>
                  <a:pt x="9511" y="10506"/>
                  <a:pt x="9457" y="10455"/>
                </a:cubicBezTo>
                <a:cubicBezTo>
                  <a:pt x="8958" y="9988"/>
                  <a:pt x="8631" y="9478"/>
                  <a:pt x="8445" y="8950"/>
                </a:cubicBezTo>
                <a:cubicBezTo>
                  <a:pt x="8239" y="7563"/>
                  <a:pt x="8522" y="6110"/>
                  <a:pt x="9407" y="5159"/>
                </a:cubicBezTo>
                <a:close/>
                <a:moveTo>
                  <a:pt x="14031" y="4662"/>
                </a:moveTo>
                <a:lnTo>
                  <a:pt x="14031" y="4662"/>
                </a:lnTo>
                <a:cubicBezTo>
                  <a:pt x="15409" y="5488"/>
                  <a:pt x="16195" y="7133"/>
                  <a:pt x="15661" y="8877"/>
                </a:cubicBezTo>
                <a:lnTo>
                  <a:pt x="15659" y="8877"/>
                </a:lnTo>
                <a:cubicBezTo>
                  <a:pt x="15430" y="9624"/>
                  <a:pt x="15018" y="10217"/>
                  <a:pt x="14503" y="10657"/>
                </a:cubicBezTo>
                <a:cubicBezTo>
                  <a:pt x="15162" y="8733"/>
                  <a:pt x="15142" y="6226"/>
                  <a:pt x="14031" y="4662"/>
                </a:cubicBezTo>
                <a:close/>
                <a:moveTo>
                  <a:pt x="12255" y="4111"/>
                </a:moveTo>
                <a:lnTo>
                  <a:pt x="12255" y="4111"/>
                </a:lnTo>
                <a:cubicBezTo>
                  <a:pt x="12734" y="4141"/>
                  <a:pt x="13204" y="4257"/>
                  <a:pt x="13641" y="4456"/>
                </a:cubicBezTo>
                <a:cubicBezTo>
                  <a:pt x="13946" y="5706"/>
                  <a:pt x="14445" y="6784"/>
                  <a:pt x="14438" y="8128"/>
                </a:cubicBezTo>
                <a:cubicBezTo>
                  <a:pt x="14433" y="9221"/>
                  <a:pt x="14153" y="10170"/>
                  <a:pt x="13778" y="11136"/>
                </a:cubicBezTo>
                <a:lnTo>
                  <a:pt x="13777" y="11136"/>
                </a:lnTo>
                <a:cubicBezTo>
                  <a:pt x="13579" y="11237"/>
                  <a:pt x="13371" y="11320"/>
                  <a:pt x="13158" y="11383"/>
                </a:cubicBezTo>
                <a:cubicBezTo>
                  <a:pt x="13508" y="10596"/>
                  <a:pt x="13480" y="9389"/>
                  <a:pt x="13480" y="8738"/>
                </a:cubicBezTo>
                <a:cubicBezTo>
                  <a:pt x="13481" y="7105"/>
                  <a:pt x="13101" y="5512"/>
                  <a:pt x="12255" y="4111"/>
                </a:cubicBezTo>
                <a:close/>
                <a:moveTo>
                  <a:pt x="10574" y="4370"/>
                </a:moveTo>
                <a:cubicBezTo>
                  <a:pt x="11032" y="5394"/>
                  <a:pt x="11434" y="6425"/>
                  <a:pt x="11654" y="7535"/>
                </a:cubicBezTo>
                <a:cubicBezTo>
                  <a:pt x="11731" y="7917"/>
                  <a:pt x="12221" y="10964"/>
                  <a:pt x="11674" y="11503"/>
                </a:cubicBezTo>
                <a:cubicBezTo>
                  <a:pt x="11256" y="11451"/>
                  <a:pt x="10850" y="11331"/>
                  <a:pt x="10471" y="11147"/>
                </a:cubicBezTo>
                <a:cubicBezTo>
                  <a:pt x="10513" y="11076"/>
                  <a:pt x="10551" y="11003"/>
                  <a:pt x="10593" y="10933"/>
                </a:cubicBezTo>
                <a:cubicBezTo>
                  <a:pt x="10613" y="10979"/>
                  <a:pt x="10666" y="11005"/>
                  <a:pt x="10718" y="11005"/>
                </a:cubicBezTo>
                <a:cubicBezTo>
                  <a:pt x="10776" y="11005"/>
                  <a:pt x="10833" y="10974"/>
                  <a:pt x="10849" y="10909"/>
                </a:cubicBezTo>
                <a:cubicBezTo>
                  <a:pt x="10901" y="10692"/>
                  <a:pt x="10939" y="10473"/>
                  <a:pt x="10966" y="10253"/>
                </a:cubicBezTo>
                <a:cubicBezTo>
                  <a:pt x="11086" y="10020"/>
                  <a:pt x="11201" y="9789"/>
                  <a:pt x="11304" y="9554"/>
                </a:cubicBezTo>
                <a:cubicBezTo>
                  <a:pt x="11399" y="9337"/>
                  <a:pt x="11239" y="9113"/>
                  <a:pt x="11045" y="9113"/>
                </a:cubicBezTo>
                <a:cubicBezTo>
                  <a:pt x="11035" y="9113"/>
                  <a:pt x="11025" y="9113"/>
                  <a:pt x="11016" y="9115"/>
                </a:cubicBezTo>
                <a:cubicBezTo>
                  <a:pt x="10959" y="7642"/>
                  <a:pt x="10449" y="6136"/>
                  <a:pt x="9532" y="5039"/>
                </a:cubicBezTo>
                <a:cubicBezTo>
                  <a:pt x="9833" y="4751"/>
                  <a:pt x="10187" y="4523"/>
                  <a:pt x="10574" y="4370"/>
                </a:cubicBezTo>
                <a:close/>
                <a:moveTo>
                  <a:pt x="12017" y="4105"/>
                </a:moveTo>
                <a:cubicBezTo>
                  <a:pt x="12017" y="4115"/>
                  <a:pt x="12020" y="4125"/>
                  <a:pt x="12023" y="4134"/>
                </a:cubicBezTo>
                <a:cubicBezTo>
                  <a:pt x="12459" y="5230"/>
                  <a:pt x="12828" y="6325"/>
                  <a:pt x="12963" y="7502"/>
                </a:cubicBezTo>
                <a:cubicBezTo>
                  <a:pt x="13008" y="7897"/>
                  <a:pt x="13034" y="10935"/>
                  <a:pt x="12588" y="11499"/>
                </a:cubicBezTo>
                <a:lnTo>
                  <a:pt x="12586" y="11499"/>
                </a:lnTo>
                <a:cubicBezTo>
                  <a:pt x="12468" y="11513"/>
                  <a:pt x="12349" y="11524"/>
                  <a:pt x="12230" y="11527"/>
                </a:cubicBezTo>
                <a:cubicBezTo>
                  <a:pt x="12489" y="10895"/>
                  <a:pt x="12334" y="9818"/>
                  <a:pt x="12313" y="9394"/>
                </a:cubicBezTo>
                <a:cubicBezTo>
                  <a:pt x="12224" y="7606"/>
                  <a:pt x="11756" y="5824"/>
                  <a:pt x="10864" y="4269"/>
                </a:cubicBezTo>
                <a:cubicBezTo>
                  <a:pt x="11115" y="4193"/>
                  <a:pt x="11375" y="4142"/>
                  <a:pt x="11637" y="4117"/>
                </a:cubicBezTo>
                <a:cubicBezTo>
                  <a:pt x="11766" y="4105"/>
                  <a:pt x="11891" y="4105"/>
                  <a:pt x="12017" y="4105"/>
                </a:cubicBezTo>
                <a:close/>
                <a:moveTo>
                  <a:pt x="25741" y="16319"/>
                </a:moveTo>
                <a:cubicBezTo>
                  <a:pt x="26033" y="16319"/>
                  <a:pt x="26325" y="16353"/>
                  <a:pt x="26608" y="16425"/>
                </a:cubicBezTo>
                <a:cubicBezTo>
                  <a:pt x="26757" y="16463"/>
                  <a:pt x="26903" y="16513"/>
                  <a:pt x="27044" y="16574"/>
                </a:cubicBezTo>
                <a:cubicBezTo>
                  <a:pt x="28124" y="17916"/>
                  <a:pt x="26413" y="20133"/>
                  <a:pt x="25036" y="20799"/>
                </a:cubicBezTo>
                <a:cubicBezTo>
                  <a:pt x="24616" y="21002"/>
                  <a:pt x="24156" y="21111"/>
                  <a:pt x="23701" y="21111"/>
                </a:cubicBezTo>
                <a:cubicBezTo>
                  <a:pt x="23171" y="21111"/>
                  <a:pt x="22648" y="20963"/>
                  <a:pt x="22200" y="20645"/>
                </a:cubicBezTo>
                <a:cubicBezTo>
                  <a:pt x="21851" y="20398"/>
                  <a:pt x="21618" y="20077"/>
                  <a:pt x="21492" y="19731"/>
                </a:cubicBezTo>
                <a:cubicBezTo>
                  <a:pt x="21476" y="19396"/>
                  <a:pt x="21503" y="19061"/>
                  <a:pt x="21572" y="18733"/>
                </a:cubicBezTo>
                <a:cubicBezTo>
                  <a:pt x="21617" y="18728"/>
                  <a:pt x="21662" y="18715"/>
                  <a:pt x="21702" y="18694"/>
                </a:cubicBezTo>
                <a:cubicBezTo>
                  <a:pt x="22164" y="18440"/>
                  <a:pt x="22446" y="18033"/>
                  <a:pt x="22768" y="17649"/>
                </a:cubicBezTo>
                <a:cubicBezTo>
                  <a:pt x="23416" y="18221"/>
                  <a:pt x="24064" y="18791"/>
                  <a:pt x="24704" y="19359"/>
                </a:cubicBezTo>
                <a:cubicBezTo>
                  <a:pt x="24857" y="19496"/>
                  <a:pt x="25027" y="19554"/>
                  <a:pt x="25190" y="19554"/>
                </a:cubicBezTo>
                <a:cubicBezTo>
                  <a:pt x="25767" y="19554"/>
                  <a:pt x="26268" y="18836"/>
                  <a:pt x="25734" y="18328"/>
                </a:cubicBezTo>
                <a:cubicBezTo>
                  <a:pt x="25166" y="17789"/>
                  <a:pt x="24597" y="17246"/>
                  <a:pt x="24027" y="16699"/>
                </a:cubicBezTo>
                <a:cubicBezTo>
                  <a:pt x="24563" y="16456"/>
                  <a:pt x="25153" y="16319"/>
                  <a:pt x="25741" y="16319"/>
                </a:cubicBezTo>
                <a:close/>
                <a:moveTo>
                  <a:pt x="27895" y="17098"/>
                </a:moveTo>
                <a:cubicBezTo>
                  <a:pt x="28227" y="17383"/>
                  <a:pt x="28508" y="17724"/>
                  <a:pt x="28723" y="18106"/>
                </a:cubicBezTo>
                <a:cubicBezTo>
                  <a:pt x="28458" y="19552"/>
                  <a:pt x="27924" y="20816"/>
                  <a:pt x="26655" y="21718"/>
                </a:cubicBezTo>
                <a:cubicBezTo>
                  <a:pt x="25884" y="22266"/>
                  <a:pt x="25025" y="22582"/>
                  <a:pt x="24076" y="22639"/>
                </a:cubicBezTo>
                <a:cubicBezTo>
                  <a:pt x="24017" y="22642"/>
                  <a:pt x="23950" y="22644"/>
                  <a:pt x="23875" y="22644"/>
                </a:cubicBezTo>
                <a:cubicBezTo>
                  <a:pt x="23571" y="22644"/>
                  <a:pt x="23149" y="22613"/>
                  <a:pt x="22716" y="22526"/>
                </a:cubicBezTo>
                <a:cubicBezTo>
                  <a:pt x="22231" y="22010"/>
                  <a:pt x="21886" y="21431"/>
                  <a:pt x="21690" y="20830"/>
                </a:cubicBezTo>
                <a:lnTo>
                  <a:pt x="21690" y="20830"/>
                </a:lnTo>
                <a:cubicBezTo>
                  <a:pt x="22236" y="21348"/>
                  <a:pt x="23021" y="21617"/>
                  <a:pt x="23774" y="21617"/>
                </a:cubicBezTo>
                <a:cubicBezTo>
                  <a:pt x="23888" y="21617"/>
                  <a:pt x="24001" y="21610"/>
                  <a:pt x="24112" y="21598"/>
                </a:cubicBezTo>
                <a:cubicBezTo>
                  <a:pt x="25882" y="21400"/>
                  <a:pt x="28208" y="18898"/>
                  <a:pt x="27895" y="17098"/>
                </a:cubicBezTo>
                <a:close/>
                <a:moveTo>
                  <a:pt x="4132" y="21347"/>
                </a:moveTo>
                <a:lnTo>
                  <a:pt x="4132" y="21347"/>
                </a:lnTo>
                <a:cubicBezTo>
                  <a:pt x="4450" y="21713"/>
                  <a:pt x="4661" y="22218"/>
                  <a:pt x="4648" y="22688"/>
                </a:cubicBezTo>
                <a:cubicBezTo>
                  <a:pt x="4476" y="22239"/>
                  <a:pt x="4293" y="21798"/>
                  <a:pt x="4132" y="21347"/>
                </a:cubicBezTo>
                <a:close/>
                <a:moveTo>
                  <a:pt x="2094" y="22062"/>
                </a:moveTo>
                <a:cubicBezTo>
                  <a:pt x="2166" y="22580"/>
                  <a:pt x="2241" y="23104"/>
                  <a:pt x="2354" y="23612"/>
                </a:cubicBezTo>
                <a:cubicBezTo>
                  <a:pt x="2209" y="23502"/>
                  <a:pt x="2084" y="23367"/>
                  <a:pt x="1985" y="23213"/>
                </a:cubicBezTo>
                <a:cubicBezTo>
                  <a:pt x="1858" y="23010"/>
                  <a:pt x="1761" y="22723"/>
                  <a:pt x="1712" y="22412"/>
                </a:cubicBezTo>
                <a:cubicBezTo>
                  <a:pt x="1816" y="22378"/>
                  <a:pt x="1908" y="22323"/>
                  <a:pt x="1972" y="22248"/>
                </a:cubicBezTo>
                <a:cubicBezTo>
                  <a:pt x="2019" y="22190"/>
                  <a:pt x="2059" y="22128"/>
                  <a:pt x="2094" y="22062"/>
                </a:cubicBezTo>
                <a:close/>
                <a:moveTo>
                  <a:pt x="29081" y="18929"/>
                </a:moveTo>
                <a:lnTo>
                  <a:pt x="29081" y="18930"/>
                </a:lnTo>
                <a:cubicBezTo>
                  <a:pt x="29363" y="19840"/>
                  <a:pt x="29336" y="20848"/>
                  <a:pt x="28921" y="21706"/>
                </a:cubicBezTo>
                <a:cubicBezTo>
                  <a:pt x="28288" y="23017"/>
                  <a:pt x="26888" y="23727"/>
                  <a:pt x="25492" y="23727"/>
                </a:cubicBezTo>
                <a:cubicBezTo>
                  <a:pt x="24668" y="23727"/>
                  <a:pt x="23846" y="23480"/>
                  <a:pt x="23183" y="22963"/>
                </a:cubicBezTo>
                <a:lnTo>
                  <a:pt x="23183" y="22963"/>
                </a:lnTo>
                <a:cubicBezTo>
                  <a:pt x="23552" y="23022"/>
                  <a:pt x="23905" y="23051"/>
                  <a:pt x="24198" y="23051"/>
                </a:cubicBezTo>
                <a:cubicBezTo>
                  <a:pt x="24347" y="23051"/>
                  <a:pt x="24480" y="23044"/>
                  <a:pt x="24592" y="23029"/>
                </a:cubicBezTo>
                <a:cubicBezTo>
                  <a:pt x="26773" y="22734"/>
                  <a:pt x="28616" y="21040"/>
                  <a:pt x="29081" y="18929"/>
                </a:cubicBezTo>
                <a:close/>
                <a:moveTo>
                  <a:pt x="3135" y="20825"/>
                </a:moveTo>
                <a:cubicBezTo>
                  <a:pt x="3311" y="20825"/>
                  <a:pt x="3491" y="20875"/>
                  <a:pt x="3656" y="20961"/>
                </a:cubicBezTo>
                <a:cubicBezTo>
                  <a:pt x="3657" y="20976"/>
                  <a:pt x="3661" y="20993"/>
                  <a:pt x="3663" y="21009"/>
                </a:cubicBezTo>
                <a:cubicBezTo>
                  <a:pt x="3656" y="21030"/>
                  <a:pt x="3647" y="21051"/>
                  <a:pt x="3641" y="21072"/>
                </a:cubicBezTo>
                <a:cubicBezTo>
                  <a:pt x="3621" y="21137"/>
                  <a:pt x="3651" y="21196"/>
                  <a:pt x="3697" y="21233"/>
                </a:cubicBezTo>
                <a:cubicBezTo>
                  <a:pt x="3821" y="21992"/>
                  <a:pt x="4033" y="22752"/>
                  <a:pt x="4420" y="23383"/>
                </a:cubicBezTo>
                <a:cubicBezTo>
                  <a:pt x="4377" y="23441"/>
                  <a:pt x="4329" y="23494"/>
                  <a:pt x="4277" y="23544"/>
                </a:cubicBezTo>
                <a:lnTo>
                  <a:pt x="4276" y="23544"/>
                </a:lnTo>
                <a:cubicBezTo>
                  <a:pt x="4147" y="23661"/>
                  <a:pt x="3999" y="23755"/>
                  <a:pt x="3838" y="23822"/>
                </a:cubicBezTo>
                <a:cubicBezTo>
                  <a:pt x="3681" y="23377"/>
                  <a:pt x="3463" y="22951"/>
                  <a:pt x="3325" y="22494"/>
                </a:cubicBezTo>
                <a:cubicBezTo>
                  <a:pt x="3162" y="21951"/>
                  <a:pt x="3080" y="21394"/>
                  <a:pt x="2974" y="20839"/>
                </a:cubicBezTo>
                <a:cubicBezTo>
                  <a:pt x="3027" y="20830"/>
                  <a:pt x="3081" y="20825"/>
                  <a:pt x="3135" y="20825"/>
                </a:cubicBezTo>
                <a:close/>
                <a:moveTo>
                  <a:pt x="2618" y="21003"/>
                </a:moveTo>
                <a:lnTo>
                  <a:pt x="2618" y="21003"/>
                </a:lnTo>
                <a:cubicBezTo>
                  <a:pt x="2610" y="21938"/>
                  <a:pt x="2832" y="23104"/>
                  <a:pt x="3325" y="23932"/>
                </a:cubicBezTo>
                <a:cubicBezTo>
                  <a:pt x="3310" y="23933"/>
                  <a:pt x="3294" y="23933"/>
                  <a:pt x="3278" y="23933"/>
                </a:cubicBezTo>
                <a:cubicBezTo>
                  <a:pt x="3134" y="23933"/>
                  <a:pt x="2991" y="23913"/>
                  <a:pt x="2853" y="23872"/>
                </a:cubicBezTo>
                <a:cubicBezTo>
                  <a:pt x="2744" y="23067"/>
                  <a:pt x="2516" y="22253"/>
                  <a:pt x="2314" y="21464"/>
                </a:cubicBezTo>
                <a:cubicBezTo>
                  <a:pt x="2350" y="21361"/>
                  <a:pt x="2400" y="21260"/>
                  <a:pt x="2462" y="21169"/>
                </a:cubicBezTo>
                <a:cubicBezTo>
                  <a:pt x="2506" y="21107"/>
                  <a:pt x="2558" y="21051"/>
                  <a:pt x="2618" y="21003"/>
                </a:cubicBezTo>
                <a:close/>
                <a:moveTo>
                  <a:pt x="32126" y="1"/>
                </a:moveTo>
                <a:cubicBezTo>
                  <a:pt x="31323" y="1"/>
                  <a:pt x="30546" y="369"/>
                  <a:pt x="30075" y="1049"/>
                </a:cubicBezTo>
                <a:cubicBezTo>
                  <a:pt x="29894" y="1313"/>
                  <a:pt x="29762" y="1606"/>
                  <a:pt x="29685" y="1915"/>
                </a:cubicBezTo>
                <a:cubicBezTo>
                  <a:pt x="29466" y="2456"/>
                  <a:pt x="29447" y="3070"/>
                  <a:pt x="29668" y="3630"/>
                </a:cubicBezTo>
                <a:cubicBezTo>
                  <a:pt x="29978" y="4415"/>
                  <a:pt x="30637" y="4960"/>
                  <a:pt x="31382" y="5195"/>
                </a:cubicBezTo>
                <a:cubicBezTo>
                  <a:pt x="30546" y="6732"/>
                  <a:pt x="29755" y="8294"/>
                  <a:pt x="29009" y="9878"/>
                </a:cubicBezTo>
                <a:cubicBezTo>
                  <a:pt x="28225" y="11546"/>
                  <a:pt x="27286" y="13351"/>
                  <a:pt x="26770" y="15158"/>
                </a:cubicBezTo>
                <a:cubicBezTo>
                  <a:pt x="26431" y="15086"/>
                  <a:pt x="26084" y="15051"/>
                  <a:pt x="25737" y="15051"/>
                </a:cubicBezTo>
                <a:cubicBezTo>
                  <a:pt x="25060" y="15051"/>
                  <a:pt x="24380" y="15183"/>
                  <a:pt x="23751" y="15430"/>
                </a:cubicBezTo>
                <a:cubicBezTo>
                  <a:pt x="23471" y="15476"/>
                  <a:pt x="23197" y="15553"/>
                  <a:pt x="22935" y="15660"/>
                </a:cubicBezTo>
                <a:cubicBezTo>
                  <a:pt x="20905" y="13737"/>
                  <a:pt x="18830" y="11837"/>
                  <a:pt x="16633" y="10158"/>
                </a:cubicBezTo>
                <a:cubicBezTo>
                  <a:pt x="16751" y="9931"/>
                  <a:pt x="16852" y="9696"/>
                  <a:pt x="16936" y="9456"/>
                </a:cubicBezTo>
                <a:cubicBezTo>
                  <a:pt x="18116" y="5988"/>
                  <a:pt x="15474" y="2670"/>
                  <a:pt x="12008" y="2670"/>
                </a:cubicBezTo>
                <a:cubicBezTo>
                  <a:pt x="11713" y="2670"/>
                  <a:pt x="11413" y="2694"/>
                  <a:pt x="11109" y="2743"/>
                </a:cubicBezTo>
                <a:cubicBezTo>
                  <a:pt x="7757" y="3292"/>
                  <a:pt x="5808" y="7543"/>
                  <a:pt x="7713" y="10306"/>
                </a:cubicBezTo>
                <a:cubicBezTo>
                  <a:pt x="7866" y="10571"/>
                  <a:pt x="8043" y="10822"/>
                  <a:pt x="8242" y="11054"/>
                </a:cubicBezTo>
                <a:cubicBezTo>
                  <a:pt x="8437" y="11277"/>
                  <a:pt x="8650" y="11485"/>
                  <a:pt x="8877" y="11673"/>
                </a:cubicBezTo>
                <a:cubicBezTo>
                  <a:pt x="8169" y="12760"/>
                  <a:pt x="7533" y="13914"/>
                  <a:pt x="6898" y="14949"/>
                </a:cubicBezTo>
                <a:cubicBezTo>
                  <a:pt x="6032" y="16364"/>
                  <a:pt x="5044" y="17822"/>
                  <a:pt x="4317" y="19357"/>
                </a:cubicBezTo>
                <a:cubicBezTo>
                  <a:pt x="3940" y="19175"/>
                  <a:pt x="3537" y="19084"/>
                  <a:pt x="3136" y="19084"/>
                </a:cubicBezTo>
                <a:cubicBezTo>
                  <a:pt x="2551" y="19084"/>
                  <a:pt x="1971" y="19278"/>
                  <a:pt x="1493" y="19666"/>
                </a:cubicBezTo>
                <a:cubicBezTo>
                  <a:pt x="1421" y="19724"/>
                  <a:pt x="1353" y="19788"/>
                  <a:pt x="1288" y="19853"/>
                </a:cubicBezTo>
                <a:cubicBezTo>
                  <a:pt x="1005" y="19986"/>
                  <a:pt x="760" y="20189"/>
                  <a:pt x="578" y="20442"/>
                </a:cubicBezTo>
                <a:cubicBezTo>
                  <a:pt x="3" y="21266"/>
                  <a:pt x="0" y="22476"/>
                  <a:pt x="318" y="23394"/>
                </a:cubicBezTo>
                <a:cubicBezTo>
                  <a:pt x="793" y="24766"/>
                  <a:pt x="2029" y="25582"/>
                  <a:pt x="3317" y="25582"/>
                </a:cubicBezTo>
                <a:cubicBezTo>
                  <a:pt x="3993" y="25582"/>
                  <a:pt x="4683" y="25357"/>
                  <a:pt x="5286" y="24870"/>
                </a:cubicBezTo>
                <a:cubicBezTo>
                  <a:pt x="6926" y="23545"/>
                  <a:pt x="6474" y="21038"/>
                  <a:pt x="4975" y="19786"/>
                </a:cubicBezTo>
                <a:cubicBezTo>
                  <a:pt x="5861" y="18451"/>
                  <a:pt x="6601" y="16991"/>
                  <a:pt x="7440" y="15647"/>
                </a:cubicBezTo>
                <a:cubicBezTo>
                  <a:pt x="8141" y="14525"/>
                  <a:pt x="8983" y="13408"/>
                  <a:pt x="9754" y="12263"/>
                </a:cubicBezTo>
                <a:cubicBezTo>
                  <a:pt x="10515" y="12669"/>
                  <a:pt x="11345" y="12866"/>
                  <a:pt x="12168" y="12866"/>
                </a:cubicBezTo>
                <a:cubicBezTo>
                  <a:pt x="13591" y="12866"/>
                  <a:pt x="14989" y="12276"/>
                  <a:pt x="15959" y="11158"/>
                </a:cubicBezTo>
                <a:cubicBezTo>
                  <a:pt x="17703" y="13071"/>
                  <a:pt x="19638" y="14863"/>
                  <a:pt x="21595" y="16608"/>
                </a:cubicBezTo>
                <a:cubicBezTo>
                  <a:pt x="20579" y="17737"/>
                  <a:pt x="20201" y="19474"/>
                  <a:pt x="20622" y="21087"/>
                </a:cubicBezTo>
                <a:cubicBezTo>
                  <a:pt x="20529" y="21504"/>
                  <a:pt x="20700" y="21849"/>
                  <a:pt x="21021" y="22127"/>
                </a:cubicBezTo>
                <a:cubicBezTo>
                  <a:pt x="21030" y="22145"/>
                  <a:pt x="21037" y="22162"/>
                  <a:pt x="21047" y="22181"/>
                </a:cubicBezTo>
                <a:cubicBezTo>
                  <a:pt x="21464" y="22969"/>
                  <a:pt x="22080" y="23635"/>
                  <a:pt x="22834" y="24112"/>
                </a:cubicBezTo>
                <a:cubicBezTo>
                  <a:pt x="23111" y="24337"/>
                  <a:pt x="23434" y="24500"/>
                  <a:pt x="23779" y="24592"/>
                </a:cubicBezTo>
                <a:cubicBezTo>
                  <a:pt x="24377" y="24820"/>
                  <a:pt x="25014" y="24938"/>
                  <a:pt x="25653" y="24938"/>
                </a:cubicBezTo>
                <a:cubicBezTo>
                  <a:pt x="26938" y="24938"/>
                  <a:pt x="28232" y="24460"/>
                  <a:pt x="29242" y="23441"/>
                </a:cubicBezTo>
                <a:cubicBezTo>
                  <a:pt x="31489" y="21171"/>
                  <a:pt x="30665" y="17008"/>
                  <a:pt x="27890" y="15554"/>
                </a:cubicBezTo>
                <a:cubicBezTo>
                  <a:pt x="27687" y="15450"/>
                  <a:pt x="27477" y="15363"/>
                  <a:pt x="27260" y="15293"/>
                </a:cubicBezTo>
                <a:cubicBezTo>
                  <a:pt x="28160" y="13554"/>
                  <a:pt x="28800" y="11634"/>
                  <a:pt x="29632" y="9868"/>
                </a:cubicBezTo>
                <a:cubicBezTo>
                  <a:pt x="30359" y="8325"/>
                  <a:pt x="31134" y="6808"/>
                  <a:pt x="31942" y="5308"/>
                </a:cubicBezTo>
                <a:cubicBezTo>
                  <a:pt x="32029" y="5316"/>
                  <a:pt x="32117" y="5321"/>
                  <a:pt x="32204" y="5321"/>
                </a:cubicBezTo>
                <a:cubicBezTo>
                  <a:pt x="32892" y="5321"/>
                  <a:pt x="33575" y="5053"/>
                  <a:pt x="34071" y="4464"/>
                </a:cubicBezTo>
                <a:cubicBezTo>
                  <a:pt x="35347" y="2948"/>
                  <a:pt x="34697" y="521"/>
                  <a:pt x="32711" y="67"/>
                </a:cubicBezTo>
                <a:cubicBezTo>
                  <a:pt x="32517" y="22"/>
                  <a:pt x="32320" y="1"/>
                  <a:pt x="3212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6" name="Google Shape;196;p31"/>
          <p:cNvSpPr/>
          <p:nvPr/>
        </p:nvSpPr>
        <p:spPr>
          <a:xfrm>
            <a:off x="7859658" y="488494"/>
            <a:ext cx="564034" cy="445373"/>
          </a:xfrm>
          <a:custGeom>
            <a:avLst/>
            <a:gdLst/>
            <a:ahLst/>
            <a:cxnLst/>
            <a:rect l="l" t="t" r="r" b="b"/>
            <a:pathLst>
              <a:path w="39020" h="30811" extrusionOk="0">
                <a:moveTo>
                  <a:pt x="30681" y="3474"/>
                </a:moveTo>
                <a:cubicBezTo>
                  <a:pt x="32090" y="5955"/>
                  <a:pt x="33478" y="8448"/>
                  <a:pt x="34883" y="10930"/>
                </a:cubicBezTo>
                <a:cubicBezTo>
                  <a:pt x="35369" y="11788"/>
                  <a:pt x="35855" y="12647"/>
                  <a:pt x="36340" y="13505"/>
                </a:cubicBezTo>
                <a:cubicBezTo>
                  <a:pt x="34784" y="12409"/>
                  <a:pt x="33095" y="11459"/>
                  <a:pt x="31412" y="10597"/>
                </a:cubicBezTo>
                <a:cubicBezTo>
                  <a:pt x="29978" y="9864"/>
                  <a:pt x="28301" y="8917"/>
                  <a:pt x="26670" y="8527"/>
                </a:cubicBezTo>
                <a:cubicBezTo>
                  <a:pt x="27959" y="6807"/>
                  <a:pt x="29296" y="5122"/>
                  <a:pt x="30681" y="3474"/>
                </a:cubicBezTo>
                <a:close/>
                <a:moveTo>
                  <a:pt x="29411" y="1254"/>
                </a:moveTo>
                <a:cubicBezTo>
                  <a:pt x="29708" y="1768"/>
                  <a:pt x="30001" y="2286"/>
                  <a:pt x="30296" y="2802"/>
                </a:cubicBezTo>
                <a:cubicBezTo>
                  <a:pt x="30250" y="2825"/>
                  <a:pt x="30209" y="2858"/>
                  <a:pt x="30176" y="2898"/>
                </a:cubicBezTo>
                <a:cubicBezTo>
                  <a:pt x="28464" y="4922"/>
                  <a:pt x="26824" y="7005"/>
                  <a:pt x="25256" y="9144"/>
                </a:cubicBezTo>
                <a:cubicBezTo>
                  <a:pt x="24435" y="10273"/>
                  <a:pt x="23639" y="11420"/>
                  <a:pt x="22870" y="12586"/>
                </a:cubicBezTo>
                <a:cubicBezTo>
                  <a:pt x="22370" y="13341"/>
                  <a:pt x="21985" y="14172"/>
                  <a:pt x="21048" y="14438"/>
                </a:cubicBezTo>
                <a:cubicBezTo>
                  <a:pt x="20343" y="14637"/>
                  <a:pt x="19521" y="14657"/>
                  <a:pt x="18799" y="14757"/>
                </a:cubicBezTo>
                <a:cubicBezTo>
                  <a:pt x="15724" y="15183"/>
                  <a:pt x="12643" y="15575"/>
                  <a:pt x="9548" y="15813"/>
                </a:cubicBezTo>
                <a:cubicBezTo>
                  <a:pt x="6956" y="16012"/>
                  <a:pt x="4377" y="15977"/>
                  <a:pt x="1788" y="16009"/>
                </a:cubicBezTo>
                <a:cubicBezTo>
                  <a:pt x="1837" y="15879"/>
                  <a:pt x="1855" y="15736"/>
                  <a:pt x="1816" y="15615"/>
                </a:cubicBezTo>
                <a:cubicBezTo>
                  <a:pt x="1798" y="15556"/>
                  <a:pt x="1778" y="15497"/>
                  <a:pt x="1759" y="15438"/>
                </a:cubicBezTo>
                <a:cubicBezTo>
                  <a:pt x="1745" y="15392"/>
                  <a:pt x="1726" y="15347"/>
                  <a:pt x="1703" y="15306"/>
                </a:cubicBezTo>
                <a:cubicBezTo>
                  <a:pt x="10986" y="10717"/>
                  <a:pt x="20120" y="5833"/>
                  <a:pt x="29411" y="1254"/>
                </a:cubicBezTo>
                <a:close/>
                <a:moveTo>
                  <a:pt x="26395" y="8892"/>
                </a:moveTo>
                <a:cubicBezTo>
                  <a:pt x="28004" y="9838"/>
                  <a:pt x="29911" y="10434"/>
                  <a:pt x="31549" y="11326"/>
                </a:cubicBezTo>
                <a:cubicBezTo>
                  <a:pt x="33390" y="12329"/>
                  <a:pt x="35083" y="13505"/>
                  <a:pt x="36814" y="14674"/>
                </a:cubicBezTo>
                <a:cubicBezTo>
                  <a:pt x="36810" y="14693"/>
                  <a:pt x="36810" y="14712"/>
                  <a:pt x="36805" y="14732"/>
                </a:cubicBezTo>
                <a:cubicBezTo>
                  <a:pt x="36673" y="15199"/>
                  <a:pt x="36153" y="15305"/>
                  <a:pt x="35745" y="15521"/>
                </a:cubicBezTo>
                <a:cubicBezTo>
                  <a:pt x="33939" y="16469"/>
                  <a:pt x="32140" y="17429"/>
                  <a:pt x="30339" y="18384"/>
                </a:cubicBezTo>
                <a:lnTo>
                  <a:pt x="10312" y="29005"/>
                </a:lnTo>
                <a:cubicBezTo>
                  <a:pt x="10650" y="26988"/>
                  <a:pt x="10593" y="24814"/>
                  <a:pt x="10861" y="22800"/>
                </a:cubicBezTo>
                <a:cubicBezTo>
                  <a:pt x="11148" y="20642"/>
                  <a:pt x="11717" y="18486"/>
                  <a:pt x="11935" y="16319"/>
                </a:cubicBezTo>
                <a:cubicBezTo>
                  <a:pt x="14570" y="16042"/>
                  <a:pt x="17185" y="15652"/>
                  <a:pt x="19712" y="15320"/>
                </a:cubicBezTo>
                <a:cubicBezTo>
                  <a:pt x="20602" y="15204"/>
                  <a:pt x="21612" y="15215"/>
                  <a:pt x="22318" y="14591"/>
                </a:cubicBezTo>
                <a:cubicBezTo>
                  <a:pt x="23239" y="13777"/>
                  <a:pt x="23839" y="12448"/>
                  <a:pt x="24543" y="11446"/>
                </a:cubicBezTo>
                <a:cubicBezTo>
                  <a:pt x="25149" y="10585"/>
                  <a:pt x="25769" y="9736"/>
                  <a:pt x="26395" y="8892"/>
                </a:cubicBezTo>
                <a:close/>
                <a:moveTo>
                  <a:pt x="11565" y="16355"/>
                </a:moveTo>
                <a:cubicBezTo>
                  <a:pt x="10848" y="18447"/>
                  <a:pt x="10590" y="20799"/>
                  <a:pt x="10286" y="22960"/>
                </a:cubicBezTo>
                <a:cubicBezTo>
                  <a:pt x="10010" y="24932"/>
                  <a:pt x="9540" y="27177"/>
                  <a:pt x="9673" y="29206"/>
                </a:cubicBezTo>
                <a:cubicBezTo>
                  <a:pt x="8215" y="27203"/>
                  <a:pt x="6825" y="25154"/>
                  <a:pt x="5529" y="23041"/>
                </a:cubicBezTo>
                <a:cubicBezTo>
                  <a:pt x="4815" y="21877"/>
                  <a:pt x="4127" y="20697"/>
                  <a:pt x="3466" y="19503"/>
                </a:cubicBezTo>
                <a:cubicBezTo>
                  <a:pt x="3136" y="18907"/>
                  <a:pt x="2811" y="18305"/>
                  <a:pt x="2495" y="17701"/>
                </a:cubicBezTo>
                <a:cubicBezTo>
                  <a:pt x="2372" y="17469"/>
                  <a:pt x="2008" y="16935"/>
                  <a:pt x="1782" y="16461"/>
                </a:cubicBezTo>
                <a:lnTo>
                  <a:pt x="1782" y="16461"/>
                </a:lnTo>
                <a:cubicBezTo>
                  <a:pt x="3104" y="16615"/>
                  <a:pt x="4445" y="16680"/>
                  <a:pt x="5796" y="16680"/>
                </a:cubicBezTo>
                <a:cubicBezTo>
                  <a:pt x="7709" y="16680"/>
                  <a:pt x="9641" y="16549"/>
                  <a:pt x="11565" y="16355"/>
                </a:cubicBezTo>
                <a:close/>
                <a:moveTo>
                  <a:pt x="29638" y="1"/>
                </a:moveTo>
                <a:cubicBezTo>
                  <a:pt x="29542" y="1"/>
                  <a:pt x="29444" y="23"/>
                  <a:pt x="29354" y="67"/>
                </a:cubicBezTo>
                <a:cubicBezTo>
                  <a:pt x="19808" y="4672"/>
                  <a:pt x="10218" y="9366"/>
                  <a:pt x="1071" y="14724"/>
                </a:cubicBezTo>
                <a:cubicBezTo>
                  <a:pt x="965" y="14785"/>
                  <a:pt x="908" y="14870"/>
                  <a:pt x="886" y="14959"/>
                </a:cubicBezTo>
                <a:cubicBezTo>
                  <a:pt x="700" y="14987"/>
                  <a:pt x="517" y="15082"/>
                  <a:pt x="443" y="15256"/>
                </a:cubicBezTo>
                <a:cubicBezTo>
                  <a:pt x="1" y="16298"/>
                  <a:pt x="752" y="17207"/>
                  <a:pt x="1237" y="18139"/>
                </a:cubicBezTo>
                <a:cubicBezTo>
                  <a:pt x="1987" y="19577"/>
                  <a:pt x="2773" y="20994"/>
                  <a:pt x="3599" y="22390"/>
                </a:cubicBezTo>
                <a:cubicBezTo>
                  <a:pt x="5248" y="25185"/>
                  <a:pt x="7051" y="27880"/>
                  <a:pt x="8980" y="30488"/>
                </a:cubicBezTo>
                <a:cubicBezTo>
                  <a:pt x="9128" y="30689"/>
                  <a:pt x="9332" y="30810"/>
                  <a:pt x="9556" y="30810"/>
                </a:cubicBezTo>
                <a:cubicBezTo>
                  <a:pt x="9661" y="30810"/>
                  <a:pt x="9771" y="30783"/>
                  <a:pt x="9882" y="30724"/>
                </a:cubicBezTo>
                <a:lnTo>
                  <a:pt x="33215" y="18348"/>
                </a:lnTo>
                <a:cubicBezTo>
                  <a:pt x="34116" y="17871"/>
                  <a:pt x="35016" y="17394"/>
                  <a:pt x="35917" y="16917"/>
                </a:cubicBezTo>
                <a:cubicBezTo>
                  <a:pt x="36568" y="16569"/>
                  <a:pt x="37474" y="16245"/>
                  <a:pt x="37968" y="15675"/>
                </a:cubicBezTo>
                <a:cubicBezTo>
                  <a:pt x="39019" y="14464"/>
                  <a:pt x="37236" y="12516"/>
                  <a:pt x="36631" y="11474"/>
                </a:cubicBezTo>
                <a:cubicBezTo>
                  <a:pt x="34460" y="7732"/>
                  <a:pt x="32244" y="4018"/>
                  <a:pt x="30100" y="262"/>
                </a:cubicBezTo>
                <a:cubicBezTo>
                  <a:pt x="29998" y="84"/>
                  <a:pt x="29822" y="1"/>
                  <a:pt x="2963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1"/>
          <p:cNvSpPr txBox="1">
            <a:spLocks noGrp="1"/>
          </p:cNvSpPr>
          <p:nvPr>
            <p:ph type="title"/>
          </p:nvPr>
        </p:nvSpPr>
        <p:spPr>
          <a:xfrm>
            <a:off x="885550" y="1440487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</a:t>
            </a:r>
            <a:endParaRPr dirty="0"/>
          </a:p>
        </p:txBody>
      </p:sp>
      <p:sp>
        <p:nvSpPr>
          <p:cNvPr id="198" name="Google Shape;198;p31"/>
          <p:cNvSpPr txBox="1">
            <a:spLocks noGrp="1"/>
          </p:cNvSpPr>
          <p:nvPr>
            <p:ph type="subTitle" idx="1"/>
          </p:nvPr>
        </p:nvSpPr>
        <p:spPr>
          <a:xfrm>
            <a:off x="929349" y="2161275"/>
            <a:ext cx="3138967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00" b="1" i="0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  <a:cs typeface="Arial"/>
                <a:sym typeface="Arial"/>
              </a:rPr>
              <a:t>An if statement consists of a Boolean expression followed by one or more statements.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GB" sz="1200" b="1" i="0" dirty="0">
              <a:solidFill>
                <a:schemeClr val="accent6">
                  <a:lumMod val="75000"/>
                </a:schemeClr>
              </a:solidFill>
              <a:latin typeface="Roboto Mono Regular" panose="020B0604020202020204" charset="0"/>
              <a:ea typeface="Roboto Mono Regular" panose="020B0604020202020204" charset="0"/>
              <a:cs typeface="Arial"/>
              <a:sym typeface="Arial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00" b="1" i="0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  <a:cs typeface="Arial"/>
                <a:sym typeface="Arial"/>
              </a:rPr>
              <a:t>If</a:t>
            </a:r>
            <a:r>
              <a:rPr lang="en-GB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  <a:cs typeface="Arial"/>
                <a:sym typeface="Arial"/>
              </a:rPr>
              <a:t> </a:t>
            </a:r>
            <a:r>
              <a:rPr lang="en-GB" sz="1000" b="1" i="0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  <a:cs typeface="Arial"/>
                <a:sym typeface="Arial"/>
              </a:rPr>
              <a:t>the Boolean expression evaluates</a:t>
            </a:r>
            <a:r>
              <a:rPr lang="en-GB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  <a:cs typeface="Arial"/>
                <a:sym typeface="Arial"/>
              </a:rPr>
              <a:t> </a:t>
            </a:r>
            <a:r>
              <a:rPr lang="en-GB" sz="1000" b="1" i="0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  <a:cs typeface="Arial"/>
                <a:sym typeface="Arial"/>
              </a:rPr>
              <a:t>to true, then the block of code inside the 'if' statement will be executed.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GB" sz="1200" b="1" dirty="0">
              <a:solidFill>
                <a:schemeClr val="accent6">
                  <a:lumMod val="75000"/>
                </a:schemeClr>
              </a:solidFill>
              <a:latin typeface="Roboto Mono Regular" panose="020B0604020202020204" charset="0"/>
              <a:ea typeface="Roboto Mono Regular" panose="020B0604020202020204" charset="0"/>
              <a:cs typeface="Arial"/>
              <a:sym typeface="Arial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GB" sz="1000" b="1" i="0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  <a:cs typeface="Arial"/>
                <a:sym typeface="Arial"/>
              </a:rPr>
              <a:t>If the Boolean expression evaluates to false, then the first set of code after the end of the 'if' statement (after the closing curly brace) will be executed.</a:t>
            </a:r>
            <a:endParaRPr lang="en-GB" sz="1000" b="1" dirty="0">
              <a:solidFill>
                <a:schemeClr val="accent6">
                  <a:lumMod val="75000"/>
                </a:schemeClr>
              </a:solidFill>
              <a:latin typeface="Roboto Mono Regular" panose="020B0604020202020204" charset="0"/>
              <a:ea typeface="Roboto Mono Regular" panose="020B0604020202020204" charset="0"/>
              <a:cs typeface="Arial"/>
              <a:sym typeface="Arial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GB" sz="1200" b="1" dirty="0">
              <a:solidFill>
                <a:schemeClr val="accent6">
                  <a:lumMod val="75000"/>
                </a:schemeClr>
              </a:solidFill>
              <a:latin typeface="Roboto Mono Regular" panose="020B0604020202020204" charset="0"/>
              <a:ea typeface="Roboto Mono Regular" panose="020B0604020202020204" charset="0"/>
              <a:cs typeface="Arial"/>
              <a:sym typeface="Arial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GB" sz="1200" dirty="0">
              <a:solidFill>
                <a:schemeClr val="accent6">
                  <a:lumMod val="75000"/>
                </a:schemeClr>
              </a:solidFill>
              <a:latin typeface="Roboto Mono Regular" panose="020B0604020202020204" charset="0"/>
              <a:ea typeface="Roboto Mono Regular" panose="020B06040202020202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9" name="Google Shape;199;p31"/>
          <p:cNvSpPr txBox="1">
            <a:spLocks noGrp="1"/>
          </p:cNvSpPr>
          <p:nvPr>
            <p:ph type="title" idx="2"/>
          </p:nvPr>
        </p:nvSpPr>
        <p:spPr>
          <a:xfrm>
            <a:off x="5253518" y="650637"/>
            <a:ext cx="2917800" cy="4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/>
              <a:t>Demo</a:t>
            </a:r>
            <a:endParaRPr sz="2800" dirty="0"/>
          </a:p>
        </p:txBody>
      </p:sp>
      <p:pic>
        <p:nvPicPr>
          <p:cNvPr id="205" name="Google Shape;205;p31"/>
          <p:cNvPicPr preferRelativeResize="0"/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 rot="-8782544" flipH="1">
            <a:off x="2896768" y="1257039"/>
            <a:ext cx="1124399" cy="510031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5F6824B-E4D9-41CD-8E4C-42B397599918}"/>
              </a:ext>
            </a:extLst>
          </p:cNvPr>
          <p:cNvSpPr txBox="1"/>
          <p:nvPr/>
        </p:nvSpPr>
        <p:spPr>
          <a:xfrm>
            <a:off x="5075685" y="1139037"/>
            <a:ext cx="362590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Void setup()</a:t>
            </a:r>
          </a:p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{</a:t>
            </a:r>
          </a:p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  Serial.begin(9600);</a:t>
            </a:r>
          </a:p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}</a:t>
            </a:r>
          </a:p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Void main() {</a:t>
            </a:r>
          </a:p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 </a:t>
            </a:r>
          </a:p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/* local variable definition */</a:t>
            </a:r>
          </a:p>
          <a:p>
            <a:endParaRPr lang="en-US" sz="1000" b="1" dirty="0">
              <a:solidFill>
                <a:schemeClr val="accent6">
                  <a:lumMod val="75000"/>
                </a:schemeClr>
              </a:solidFill>
              <a:latin typeface="Roboto Mono Regular" panose="020B0604020202020204" charset="0"/>
              <a:ea typeface="Roboto Mono Regular" panose="020B0604020202020204" charset="0"/>
            </a:endParaRPr>
          </a:p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Int a=10;</a:t>
            </a:r>
          </a:p>
          <a:p>
            <a:endParaRPr lang="en-US" sz="1000" b="1" dirty="0">
              <a:solidFill>
                <a:schemeClr val="accent6">
                  <a:lumMod val="75000"/>
                </a:schemeClr>
              </a:solidFill>
              <a:latin typeface="Roboto Mono Regular" panose="020B0604020202020204" charset="0"/>
              <a:ea typeface="Roboto Mono Regular" panose="020B0604020202020204" charset="0"/>
            </a:endParaRPr>
          </a:p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/* check the Boolean condition using if statement*/</a:t>
            </a:r>
          </a:p>
          <a:p>
            <a:endParaRPr lang="en-US" sz="1000" b="1" dirty="0">
              <a:solidFill>
                <a:schemeClr val="accent6">
                  <a:lumMod val="75000"/>
                </a:schemeClr>
              </a:solidFill>
              <a:latin typeface="Roboto Mono Regular" panose="020B0604020202020204" charset="0"/>
              <a:ea typeface="Roboto Mono Regular" panose="020B0604020202020204" charset="0"/>
            </a:endParaRPr>
          </a:p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If(a&lt;20){</a:t>
            </a:r>
          </a:p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/* if condition is true then print the following*/</a:t>
            </a:r>
          </a:p>
          <a:p>
            <a:r>
              <a:rPr lang="en-US" sz="1000" b="1" dirty="0" err="1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Serial.println</a:t>
            </a:r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(“a is less than 20</a:t>
            </a:r>
            <a:r>
              <a:rPr lang="en-IN" sz="1000" b="1" i="0" dirty="0">
                <a:solidFill>
                  <a:schemeClr val="accent6">
                    <a:lumMod val="75000"/>
                  </a:schemeClr>
                </a:solidFill>
                <a:effectLst/>
                <a:latin typeface="Roboto Mono Regular" panose="020B0604020202020204" charset="0"/>
                <a:ea typeface="Roboto Mono Regular" panose="020B0604020202020204" charset="0"/>
              </a:rPr>
              <a:t>\n);</a:t>
            </a:r>
          </a:p>
          <a:p>
            <a:r>
              <a:rPr lang="en-IN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}</a:t>
            </a:r>
          </a:p>
          <a:p>
            <a:endParaRPr lang="en-IN" sz="1000" b="1" dirty="0">
              <a:solidFill>
                <a:schemeClr val="accent6">
                  <a:lumMod val="75000"/>
                </a:schemeClr>
              </a:solidFill>
              <a:latin typeface="Roboto Mono Regular" panose="020B0604020202020204" charset="0"/>
              <a:ea typeface="Roboto Mono Regular" panose="020B0604020202020204" charset="0"/>
            </a:endParaRPr>
          </a:p>
          <a:p>
            <a:r>
              <a:rPr lang="en-IN" sz="1000" b="1" dirty="0" err="1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Serial.printf</a:t>
            </a:r>
            <a:r>
              <a:rPr lang="en-IN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(“value of a is: %d</a:t>
            </a:r>
            <a:r>
              <a:rPr lang="en-IN" sz="1000" b="1" i="0" dirty="0">
                <a:solidFill>
                  <a:schemeClr val="accent6">
                    <a:lumMod val="75000"/>
                  </a:schemeClr>
                </a:solidFill>
                <a:effectLst/>
                <a:latin typeface="Roboto Mono Regular" panose="020B0604020202020204" charset="0"/>
                <a:ea typeface="Roboto Mono Regular" panose="020B0604020202020204" charset="0"/>
              </a:rPr>
              <a:t> \</a:t>
            </a:r>
            <a:r>
              <a:rPr lang="en-IN" sz="1000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Roboto Mono Regular" panose="020B0604020202020204" charset="0"/>
                <a:ea typeface="Roboto Mono Regular" panose="020B0604020202020204" charset="0"/>
              </a:rPr>
              <a:t>n”,a</a:t>
            </a:r>
            <a:r>
              <a:rPr lang="en-IN" sz="1000" b="1" i="0" dirty="0">
                <a:solidFill>
                  <a:schemeClr val="accent6">
                    <a:lumMod val="75000"/>
                  </a:schemeClr>
                </a:solidFill>
                <a:effectLst/>
                <a:latin typeface="Roboto Mono Regular" panose="020B0604020202020204" charset="0"/>
                <a:ea typeface="Roboto Mono Regular" panose="020B0604020202020204" charset="0"/>
              </a:rPr>
              <a:t>);</a:t>
            </a:r>
          </a:p>
          <a:p>
            <a:r>
              <a:rPr lang="en-IN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}</a:t>
            </a:r>
            <a:endParaRPr lang="en-US" sz="1000" b="1" dirty="0">
              <a:solidFill>
                <a:schemeClr val="accent6">
                  <a:lumMod val="75000"/>
                </a:schemeClr>
              </a:solidFill>
              <a:latin typeface="Roboto Mono Regular" panose="020B0604020202020204" charset="0"/>
              <a:ea typeface="Roboto Mono Regular" panose="020B0604020202020204" charset="0"/>
            </a:endParaRPr>
          </a:p>
          <a:p>
            <a:endParaRPr lang="en-IN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211" name="Google Shape;211;p32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6" y="1416576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2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2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2"/>
          <p:cNvSpPr txBox="1">
            <a:spLocks noGrp="1"/>
          </p:cNvSpPr>
          <p:nvPr>
            <p:ph type="title"/>
          </p:nvPr>
        </p:nvSpPr>
        <p:spPr>
          <a:xfrm>
            <a:off x="2513512" y="2918157"/>
            <a:ext cx="4291326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latin typeface="Concert One" panose="020B0604020202020204" charset="0"/>
                <a:ea typeface="Arial"/>
                <a:cs typeface="Arial"/>
                <a:sym typeface="Arial"/>
              </a:rPr>
              <a:t>If…Else Statement</a:t>
            </a:r>
            <a:endParaRPr dirty="0">
              <a:latin typeface="Concert One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 txBox="1">
            <a:spLocks noGrp="1"/>
          </p:cNvSpPr>
          <p:nvPr>
            <p:ph type="body" idx="1"/>
          </p:nvPr>
        </p:nvSpPr>
        <p:spPr>
          <a:xfrm>
            <a:off x="996375" y="1900525"/>
            <a:ext cx="2901600" cy="22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spcAft>
                <a:spcPts val="1600"/>
              </a:spcAft>
            </a:pPr>
            <a:r>
              <a:rPr lang="en-GB" sz="110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  <a:cs typeface="Arial"/>
                <a:sym typeface="Arial"/>
              </a:rPr>
              <a:t>An if statement can be followed by an optional else statement, which executes when the Boolean expression is false.</a:t>
            </a:r>
          </a:p>
          <a:p>
            <a:pPr marL="171450" indent="-171450">
              <a:spcAft>
                <a:spcPts val="1600"/>
              </a:spcAft>
            </a:pPr>
            <a:r>
              <a:rPr lang="en-GB" sz="11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  <a:cs typeface="Arial"/>
                <a:sym typeface="Arial"/>
              </a:rPr>
              <a:t>If the Boolean expression evaluates to true, then the if block will be executed, otherwise, the else block will be executed.</a:t>
            </a:r>
          </a:p>
          <a:p>
            <a:pPr marL="171450" indent="-171450">
              <a:spcAft>
                <a:spcPts val="1600"/>
              </a:spcAft>
            </a:pPr>
            <a:endParaRPr lang="en-GB" sz="1100" dirty="0">
              <a:solidFill>
                <a:schemeClr val="accent6">
                  <a:lumMod val="75000"/>
                </a:schemeClr>
              </a:solidFill>
              <a:latin typeface="Roboto Mono Regular" panose="020B0604020202020204" charset="0"/>
              <a:ea typeface="Roboto Mono Regular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2000" dirty="0"/>
          </a:p>
        </p:txBody>
      </p:sp>
      <p:sp>
        <p:nvSpPr>
          <p:cNvPr id="221" name="Google Shape;221;p33"/>
          <p:cNvSpPr txBox="1">
            <a:spLocks noGrp="1"/>
          </p:cNvSpPr>
          <p:nvPr>
            <p:ph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pic>
        <p:nvPicPr>
          <p:cNvPr id="222" name="Google Shape;222;p33"/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1124175" y="1103650"/>
            <a:ext cx="1918825" cy="2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3"/>
          <p:cNvSpPr/>
          <p:nvPr/>
        </p:nvSpPr>
        <p:spPr>
          <a:xfrm rot="-391042">
            <a:off x="7122224" y="3600805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rgbClr val="595959">
              <a:alpha val="267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33"/>
          <p:cNvSpPr/>
          <p:nvPr/>
        </p:nvSpPr>
        <p:spPr>
          <a:xfrm>
            <a:off x="7420539" y="1173596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rgbClr val="595959">
              <a:alpha val="267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26" name="Google Shape;226;p33"/>
          <p:cNvSpPr/>
          <p:nvPr/>
        </p:nvSpPr>
        <p:spPr>
          <a:xfrm rot="-2148808">
            <a:off x="5160377" y="1382458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rgbClr val="595959">
              <a:alpha val="26789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pic>
        <p:nvPicPr>
          <p:cNvPr id="228" name="Google Shape;228;p33"/>
          <p:cNvPicPr preferRelativeResize="0"/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6023610" flipH="1">
            <a:off x="4449691" y="2454038"/>
            <a:ext cx="1357968" cy="575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160EB9-8CF3-448C-AD96-E26A1ABEC0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4084" y="1471760"/>
            <a:ext cx="2581857" cy="26202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695460">
            <a:off x="6305635" y="1718737"/>
            <a:ext cx="1606197" cy="171991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36" name="Google Shape;236;p34"/>
          <p:cNvGrpSpPr/>
          <p:nvPr/>
        </p:nvGrpSpPr>
        <p:grpSpPr>
          <a:xfrm>
            <a:off x="6696641" y="2397676"/>
            <a:ext cx="824184" cy="712067"/>
            <a:chOff x="2341425" y="238100"/>
            <a:chExt cx="1328900" cy="1148125"/>
          </a:xfrm>
        </p:grpSpPr>
        <p:sp>
          <p:nvSpPr>
            <p:cNvPr id="237" name="Google Shape;237;p34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" name="Google Shape;238;p34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4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4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4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4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57B77A5-9165-461F-988E-A3760717323A}"/>
              </a:ext>
            </a:extLst>
          </p:cNvPr>
          <p:cNvSpPr txBox="1"/>
          <p:nvPr/>
        </p:nvSpPr>
        <p:spPr>
          <a:xfrm>
            <a:off x="1720789" y="824526"/>
            <a:ext cx="467911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Void setup()</a:t>
            </a:r>
          </a:p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{</a:t>
            </a:r>
          </a:p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  Serial.begin(9600);</a:t>
            </a:r>
          </a:p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}</a:t>
            </a:r>
          </a:p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Void main() {</a:t>
            </a:r>
          </a:p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 </a:t>
            </a:r>
          </a:p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/* local variable definition */</a:t>
            </a:r>
          </a:p>
          <a:p>
            <a:endParaRPr lang="en-US" sz="1000" b="1" dirty="0">
              <a:solidFill>
                <a:schemeClr val="accent6">
                  <a:lumMod val="75000"/>
                </a:schemeClr>
              </a:solidFill>
              <a:latin typeface="Roboto Mono Regular" panose="020B0604020202020204" charset="0"/>
              <a:ea typeface="Roboto Mono Regular" panose="020B0604020202020204" charset="0"/>
            </a:endParaRPr>
          </a:p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Int a=10;</a:t>
            </a:r>
          </a:p>
          <a:p>
            <a:endParaRPr lang="en-US" sz="1000" b="1" dirty="0">
              <a:solidFill>
                <a:schemeClr val="accent6">
                  <a:lumMod val="75000"/>
                </a:schemeClr>
              </a:solidFill>
              <a:latin typeface="Roboto Mono Regular" panose="020B0604020202020204" charset="0"/>
              <a:ea typeface="Roboto Mono Regular" panose="020B0604020202020204" charset="0"/>
            </a:endParaRPr>
          </a:p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/* check the Boolean condition using if statement*/</a:t>
            </a:r>
          </a:p>
          <a:p>
            <a:endParaRPr lang="en-US" sz="1000" b="1" dirty="0">
              <a:solidFill>
                <a:schemeClr val="accent6">
                  <a:lumMod val="75000"/>
                </a:schemeClr>
              </a:solidFill>
              <a:latin typeface="Roboto Mono Regular" panose="020B0604020202020204" charset="0"/>
              <a:ea typeface="Roboto Mono Regular" panose="020B0604020202020204" charset="0"/>
            </a:endParaRPr>
          </a:p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If(a&lt;20){</a:t>
            </a:r>
          </a:p>
          <a:p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/* if condition is true then print the following*/</a:t>
            </a:r>
          </a:p>
          <a:p>
            <a:r>
              <a:rPr lang="en-US" sz="1000" b="1" dirty="0" err="1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Serial.println</a:t>
            </a:r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(“a is less than 20</a:t>
            </a:r>
            <a:r>
              <a:rPr lang="en-IN" sz="1000" b="1" i="0" dirty="0">
                <a:solidFill>
                  <a:schemeClr val="accent6">
                    <a:lumMod val="75000"/>
                  </a:schemeClr>
                </a:solidFill>
                <a:effectLst/>
                <a:latin typeface="Roboto Mono Regular" panose="020B0604020202020204" charset="0"/>
                <a:ea typeface="Roboto Mono Regular" panose="020B0604020202020204" charset="0"/>
              </a:rPr>
              <a:t>\n);</a:t>
            </a:r>
          </a:p>
          <a:p>
            <a:r>
              <a:rPr lang="en-IN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}</a:t>
            </a:r>
          </a:p>
          <a:p>
            <a:r>
              <a:rPr lang="en-IN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Else</a:t>
            </a:r>
          </a:p>
          <a:p>
            <a:r>
              <a:rPr lang="en-IN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{</a:t>
            </a:r>
          </a:p>
          <a:p>
            <a:endParaRPr lang="en-IN" sz="1000" b="1" dirty="0">
              <a:solidFill>
                <a:schemeClr val="accent6">
                  <a:lumMod val="75000"/>
                </a:schemeClr>
              </a:solidFill>
              <a:latin typeface="Roboto Mono Regular" panose="020B0604020202020204" charset="0"/>
              <a:ea typeface="Roboto Mono Regular" panose="020B0604020202020204" charset="0"/>
            </a:endParaRPr>
          </a:p>
          <a:p>
            <a:r>
              <a:rPr lang="en-IN" sz="1000" b="1" dirty="0" err="1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Serial.printf</a:t>
            </a:r>
            <a:r>
              <a:rPr lang="en-IN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(“value of a is not less than 20: %d</a:t>
            </a:r>
            <a:r>
              <a:rPr lang="en-IN" sz="1000" b="1" i="0" dirty="0">
                <a:solidFill>
                  <a:schemeClr val="accent6">
                    <a:lumMod val="75000"/>
                  </a:schemeClr>
                </a:solidFill>
                <a:effectLst/>
                <a:latin typeface="Roboto Mono Regular" panose="020B0604020202020204" charset="0"/>
                <a:ea typeface="Roboto Mono Regular" panose="020B0604020202020204" charset="0"/>
              </a:rPr>
              <a:t> \n”);</a:t>
            </a:r>
          </a:p>
          <a:p>
            <a:r>
              <a:rPr lang="en-IN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}</a:t>
            </a:r>
            <a:endParaRPr lang="en-US" sz="1000" b="1" dirty="0">
              <a:solidFill>
                <a:schemeClr val="accent6">
                  <a:lumMod val="75000"/>
                </a:schemeClr>
              </a:solidFill>
              <a:latin typeface="Roboto Mono Regular" panose="020B0604020202020204" charset="0"/>
              <a:ea typeface="Roboto Mono Regular" panose="020B0604020202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211" name="Google Shape;211;p32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905781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2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2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2"/>
          <p:cNvSpPr txBox="1">
            <a:spLocks noGrp="1"/>
          </p:cNvSpPr>
          <p:nvPr>
            <p:ph type="title"/>
          </p:nvPr>
        </p:nvSpPr>
        <p:spPr>
          <a:xfrm>
            <a:off x="2088208" y="3107624"/>
            <a:ext cx="5131297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cert One" panose="020B0604020202020204" charset="0"/>
              </a:rPr>
              <a:t>Nested If statement</a:t>
            </a:r>
            <a:endParaRPr dirty="0">
              <a:latin typeface="Concert On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311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5"/>
          <p:cNvSpPr txBox="1">
            <a:spLocks noGrp="1"/>
          </p:cNvSpPr>
          <p:nvPr>
            <p:ph type="body" idx="2"/>
          </p:nvPr>
        </p:nvSpPr>
        <p:spPr>
          <a:xfrm>
            <a:off x="5044725" y="539500"/>
            <a:ext cx="3224400" cy="406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800" b="1" i="0" dirty="0">
                <a:solidFill>
                  <a:schemeClr val="accent6">
                    <a:lumMod val="75000"/>
                  </a:schemeClr>
                </a:solidFill>
                <a:latin typeface="Concert One" panose="020B0604020202020204" charset="0"/>
                <a:ea typeface="Roboto Mono Regular" panose="020B0604020202020204" charset="0"/>
                <a:cs typeface="Arial"/>
                <a:sym typeface="Arial"/>
              </a:rPr>
              <a:t>It is always legal in C programming to nest if-else statements, which means you can use one if or else if statement inside another if or else if statement(s).</a:t>
            </a:r>
            <a:endParaRPr lang="en-GB" sz="1800" b="1" dirty="0">
              <a:solidFill>
                <a:schemeClr val="accent6">
                  <a:lumMod val="75000"/>
                </a:schemeClr>
              </a:solidFill>
              <a:latin typeface="Concert One" panose="020B0604020202020204" charset="0"/>
              <a:ea typeface="Roboto Mono Regular" panose="020B0604020202020204" charset="0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dirty="0"/>
          </a:p>
        </p:txBody>
      </p:sp>
      <p:sp>
        <p:nvSpPr>
          <p:cNvPr id="255" name="Google Shape;255;p35"/>
          <p:cNvSpPr/>
          <p:nvPr/>
        </p:nvSpPr>
        <p:spPr>
          <a:xfrm rot="-2700000">
            <a:off x="5408705" y="3547981"/>
            <a:ext cx="647436" cy="266330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rgbClr val="595959">
              <a:alpha val="26789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56" name="Google Shape;256;p35"/>
          <p:cNvSpPr/>
          <p:nvPr/>
        </p:nvSpPr>
        <p:spPr>
          <a:xfrm rot="-2700000">
            <a:off x="5044072" y="1006124"/>
            <a:ext cx="647436" cy="266330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rgbClr val="595959">
              <a:alpha val="26789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pic>
        <p:nvPicPr>
          <p:cNvPr id="9" name="Google Shape;196;p5">
            <a:extLst>
              <a:ext uri="{FF2B5EF4-FFF2-40B4-BE49-F238E27FC236}">
                <a16:creationId xmlns:a16="http://schemas.microsoft.com/office/drawing/2014/main" id="{5FD2B391-9B97-4D6C-B320-2BB8C16019C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6623" y="347073"/>
            <a:ext cx="3881796" cy="444935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26;p33">
            <a:extLst>
              <a:ext uri="{FF2B5EF4-FFF2-40B4-BE49-F238E27FC236}">
                <a16:creationId xmlns:a16="http://schemas.microsoft.com/office/drawing/2014/main" id="{293DEF31-8CFC-4979-9553-4C68BC7B2FF5}"/>
              </a:ext>
            </a:extLst>
          </p:cNvPr>
          <p:cNvSpPr/>
          <p:nvPr/>
        </p:nvSpPr>
        <p:spPr>
          <a:xfrm rot="2204113">
            <a:off x="3775569" y="158644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rgbClr val="595959">
              <a:alpha val="26789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2" name="Google Shape;255;p35">
            <a:extLst>
              <a:ext uri="{FF2B5EF4-FFF2-40B4-BE49-F238E27FC236}">
                <a16:creationId xmlns:a16="http://schemas.microsoft.com/office/drawing/2014/main" id="{4599E644-9D65-4B7C-8E1D-4EF1A918E6AB}"/>
              </a:ext>
            </a:extLst>
          </p:cNvPr>
          <p:cNvSpPr/>
          <p:nvPr/>
        </p:nvSpPr>
        <p:spPr>
          <a:xfrm rot="2149360">
            <a:off x="92906" y="4712895"/>
            <a:ext cx="647436" cy="266330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rgbClr val="595959">
              <a:alpha val="26789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pic>
        <p:nvPicPr>
          <p:cNvPr id="211" name="Google Shape;211;p32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905781" y="1354764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2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2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2"/>
          <p:cNvSpPr txBox="1">
            <a:spLocks noGrp="1"/>
          </p:cNvSpPr>
          <p:nvPr>
            <p:ph type="title"/>
          </p:nvPr>
        </p:nvSpPr>
        <p:spPr>
          <a:xfrm>
            <a:off x="2088208" y="3107624"/>
            <a:ext cx="5131297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ncert One" panose="020B0604020202020204" charset="0"/>
              </a:rPr>
              <a:t>Switch statement</a:t>
            </a:r>
            <a:endParaRPr dirty="0">
              <a:latin typeface="Concert On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123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 txBox="1">
            <a:spLocks noGrp="1"/>
          </p:cNvSpPr>
          <p:nvPr>
            <p:ph type="body" idx="1"/>
          </p:nvPr>
        </p:nvSpPr>
        <p:spPr>
          <a:xfrm>
            <a:off x="996375" y="1900525"/>
            <a:ext cx="2901600" cy="22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spcAft>
                <a:spcPts val="1600"/>
              </a:spcAft>
            </a:pPr>
            <a:r>
              <a:rPr lang="en-GB" sz="1100" b="1" i="0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  <a:cs typeface="Arial"/>
                <a:sym typeface="Arial"/>
              </a:rPr>
              <a:t>A switch statement allows a variable to be tested for equality against a list of values. Each value is called a case, and the variable being switched on is checked for each switch case.</a:t>
            </a:r>
            <a:endParaRPr lang="en-GB" sz="1100" b="1" dirty="0">
              <a:solidFill>
                <a:schemeClr val="accent6">
                  <a:lumMod val="75000"/>
                </a:schemeClr>
              </a:solidFill>
              <a:latin typeface="Roboto Mono Regular" panose="020B0604020202020204" charset="0"/>
              <a:ea typeface="Roboto Mono Regular" panose="020B0604020202020204" charset="0"/>
            </a:endParaRPr>
          </a:p>
          <a:p>
            <a:pPr marL="0" indent="0">
              <a:spcAft>
                <a:spcPts val="1600"/>
              </a:spcAft>
              <a:buNone/>
            </a:pPr>
            <a:endParaRPr lang="en-GB" sz="1100" dirty="0">
              <a:solidFill>
                <a:schemeClr val="accent6">
                  <a:lumMod val="75000"/>
                </a:schemeClr>
              </a:solidFill>
              <a:latin typeface="Roboto Mono Regular" panose="020B0604020202020204" charset="0"/>
              <a:ea typeface="Roboto Mono Regular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2000" dirty="0"/>
          </a:p>
        </p:txBody>
      </p:sp>
      <p:sp>
        <p:nvSpPr>
          <p:cNvPr id="221" name="Google Shape;221;p33"/>
          <p:cNvSpPr txBox="1">
            <a:spLocks noGrp="1"/>
          </p:cNvSpPr>
          <p:nvPr>
            <p:ph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Overview:</a:t>
            </a:r>
            <a:endParaRPr dirty="0"/>
          </a:p>
        </p:txBody>
      </p:sp>
      <p:pic>
        <p:nvPicPr>
          <p:cNvPr id="222" name="Google Shape;222;p33"/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1124175" y="1103650"/>
            <a:ext cx="1918825" cy="2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3"/>
          <p:cNvSpPr/>
          <p:nvPr/>
        </p:nvSpPr>
        <p:spPr>
          <a:xfrm rot="-391042">
            <a:off x="7122224" y="3600805"/>
            <a:ext cx="1101258" cy="649000"/>
          </a:xfrm>
          <a:custGeom>
            <a:avLst/>
            <a:gdLst/>
            <a:ahLst/>
            <a:cxnLst/>
            <a:rect l="l" t="t" r="r" b="b"/>
            <a:pathLst>
              <a:path w="44052" h="25961" extrusionOk="0">
                <a:moveTo>
                  <a:pt x="0" y="15402"/>
                </a:moveTo>
                <a:lnTo>
                  <a:pt x="40035" y="0"/>
                </a:lnTo>
                <a:cubicBezTo>
                  <a:pt x="40035" y="0"/>
                  <a:pt x="39175" y="1442"/>
                  <a:pt x="39491" y="2221"/>
                </a:cubicBezTo>
                <a:cubicBezTo>
                  <a:pt x="39806" y="2993"/>
                  <a:pt x="41434" y="3418"/>
                  <a:pt x="41434" y="3418"/>
                </a:cubicBezTo>
                <a:cubicBezTo>
                  <a:pt x="41434" y="3418"/>
                  <a:pt x="40574" y="5040"/>
                  <a:pt x="41047" y="5753"/>
                </a:cubicBezTo>
                <a:cubicBezTo>
                  <a:pt x="41521" y="6466"/>
                  <a:pt x="42609" y="7168"/>
                  <a:pt x="42609" y="7168"/>
                </a:cubicBezTo>
                <a:cubicBezTo>
                  <a:pt x="42609" y="7168"/>
                  <a:pt x="41510" y="9791"/>
                  <a:pt x="44051" y="10684"/>
                </a:cubicBezTo>
                <a:lnTo>
                  <a:pt x="4327" y="25960"/>
                </a:lnTo>
                <a:cubicBezTo>
                  <a:pt x="4327" y="25960"/>
                  <a:pt x="4958" y="24252"/>
                  <a:pt x="4703" y="23631"/>
                </a:cubicBezTo>
                <a:cubicBezTo>
                  <a:pt x="4447" y="23011"/>
                  <a:pt x="2885" y="22439"/>
                  <a:pt x="2885" y="22439"/>
                </a:cubicBezTo>
                <a:cubicBezTo>
                  <a:pt x="2885" y="22439"/>
                  <a:pt x="3767" y="20752"/>
                  <a:pt x="3380" y="19816"/>
                </a:cubicBezTo>
                <a:cubicBezTo>
                  <a:pt x="2999" y="18885"/>
                  <a:pt x="1524" y="18526"/>
                  <a:pt x="1524" y="18526"/>
                </a:cubicBezTo>
                <a:cubicBezTo>
                  <a:pt x="1524" y="18526"/>
                  <a:pt x="2237" y="17514"/>
                  <a:pt x="1873" y="16638"/>
                </a:cubicBezTo>
                <a:cubicBezTo>
                  <a:pt x="1513" y="15761"/>
                  <a:pt x="0" y="15402"/>
                  <a:pt x="0" y="15402"/>
                </a:cubicBezTo>
                <a:close/>
              </a:path>
            </a:pathLst>
          </a:custGeom>
          <a:solidFill>
            <a:srgbClr val="595959">
              <a:alpha val="2678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p33"/>
          <p:cNvPicPr preferRelativeResize="0"/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13422912" flipH="1">
            <a:off x="6614368" y="1377657"/>
            <a:ext cx="505032" cy="40441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21;p33">
            <a:extLst>
              <a:ext uri="{FF2B5EF4-FFF2-40B4-BE49-F238E27FC236}">
                <a16:creationId xmlns:a16="http://schemas.microsoft.com/office/drawing/2014/main" id="{B6F47728-18D3-4343-AC86-80976992BE46}"/>
              </a:ext>
            </a:extLst>
          </p:cNvPr>
          <p:cNvSpPr txBox="1">
            <a:spLocks/>
          </p:cNvSpPr>
          <p:nvPr/>
        </p:nvSpPr>
        <p:spPr>
          <a:xfrm>
            <a:off x="5606461" y="1813020"/>
            <a:ext cx="2736402" cy="1547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ncert One"/>
              <a:buNone/>
              <a:defRPr sz="28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switch(range){</a:t>
            </a:r>
          </a:p>
          <a:p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case 0:</a:t>
            </a:r>
          </a:p>
          <a:p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  </a:t>
            </a:r>
            <a:r>
              <a:rPr lang="en-GB" sz="1200" dirty="0" err="1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Serial.println</a:t>
            </a:r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(“low”);</a:t>
            </a:r>
          </a:p>
          <a:p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  break;</a:t>
            </a:r>
          </a:p>
          <a:p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case1:</a:t>
            </a:r>
          </a:p>
          <a:p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  </a:t>
            </a:r>
            <a:r>
              <a:rPr lang="en-GB" sz="1200" dirty="0" err="1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Serial.println</a:t>
            </a:r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(“</a:t>
            </a:r>
            <a:r>
              <a:rPr lang="en-GB" sz="1200" dirty="0" err="1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mediam</a:t>
            </a:r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”);</a:t>
            </a:r>
          </a:p>
          <a:p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  break;</a:t>
            </a:r>
          </a:p>
          <a:p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case2:</a:t>
            </a:r>
          </a:p>
          <a:p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  </a:t>
            </a:r>
            <a:r>
              <a:rPr lang="en-GB" sz="1200" dirty="0" err="1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Serial.println</a:t>
            </a:r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(“high”);</a:t>
            </a:r>
          </a:p>
          <a:p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  break;</a:t>
            </a:r>
          </a:p>
          <a:p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}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72EFBE-46A8-4080-B24F-7F5E20D72291}"/>
              </a:ext>
            </a:extLst>
          </p:cNvPr>
          <p:cNvSpPr txBox="1"/>
          <p:nvPr/>
        </p:nvSpPr>
        <p:spPr>
          <a:xfrm>
            <a:off x="5460039" y="1040614"/>
            <a:ext cx="64283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b="1" dirty="0">
                <a:latin typeface="Roboto Mono Regular" panose="020B0604020202020204" charset="0"/>
                <a:ea typeface="Roboto Mono Regular" panose="020B0604020202020204" charset="0"/>
              </a:rPr>
              <a:t>Variable you test against the cases</a:t>
            </a:r>
            <a:endParaRPr lang="en-IN" sz="1000" b="1" dirty="0">
              <a:latin typeface="Roboto Mono Regular" panose="020B0604020202020204" charset="0"/>
              <a:ea typeface="Roboto Mono Regular" panose="020B0604020202020204" charset="0"/>
            </a:endParaRPr>
          </a:p>
        </p:txBody>
      </p:sp>
      <p:pic>
        <p:nvPicPr>
          <p:cNvPr id="16" name="Google Shape;228;p33">
            <a:extLst>
              <a:ext uri="{FF2B5EF4-FFF2-40B4-BE49-F238E27FC236}">
                <a16:creationId xmlns:a16="http://schemas.microsoft.com/office/drawing/2014/main" id="{D4D4A80C-2EA7-428B-A5F3-A2E77E22B250}"/>
              </a:ext>
            </a:extLst>
          </p:cNvPr>
          <p:cNvPicPr preferRelativeResize="0"/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20524466" flipH="1">
            <a:off x="6126193" y="3302201"/>
            <a:ext cx="505032" cy="40441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EFACF71-A08B-46D2-8B34-EF95142D4A61}"/>
              </a:ext>
            </a:extLst>
          </p:cNvPr>
          <p:cNvSpPr txBox="1"/>
          <p:nvPr/>
        </p:nvSpPr>
        <p:spPr>
          <a:xfrm>
            <a:off x="4630460" y="3674337"/>
            <a:ext cx="27364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b="1" dirty="0">
                <a:solidFill>
                  <a:schemeClr val="accent6">
                    <a:lumMod val="75000"/>
                  </a:schemeClr>
                </a:solidFill>
                <a:latin typeface="Roboto Mono Regular" panose="020B0604020202020204" charset="0"/>
                <a:ea typeface="Roboto Mono Regular" panose="020B0604020202020204" charset="0"/>
              </a:rPr>
              <a:t>The break keyword lets the program know the case is complete</a:t>
            </a:r>
            <a:endParaRPr lang="en-IN" sz="1000" b="1" dirty="0">
              <a:solidFill>
                <a:schemeClr val="accent6">
                  <a:lumMod val="75000"/>
                </a:schemeClr>
              </a:solidFill>
              <a:latin typeface="Roboto Mono Regular" panose="020B0604020202020204" charset="0"/>
              <a:ea typeface="Roboto Mono Regula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23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5324EE-AE19-4F4E-9171-0EC57EB13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459" y="607180"/>
            <a:ext cx="3036782" cy="392913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EEE723F-37F6-4B36-8EE8-4D8614FACC26}"/>
              </a:ext>
            </a:extLst>
          </p:cNvPr>
          <p:cNvSpPr txBox="1"/>
          <p:nvPr/>
        </p:nvSpPr>
        <p:spPr>
          <a:xfrm>
            <a:off x="914301" y="2110084"/>
            <a:ext cx="48639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400" dirty="0">
                <a:solidFill>
                  <a:srgbClr val="C00000"/>
                </a:solidFill>
                <a:latin typeface="Concert One" panose="020B0604020202020204" charset="0"/>
                <a:ea typeface="Roboto Mono Regular" panose="020B0604020202020204" charset="0"/>
              </a:rPr>
              <a:t>Flowchart</a:t>
            </a:r>
            <a:endParaRPr lang="en-IN" sz="5400" dirty="0">
              <a:solidFill>
                <a:srgbClr val="C00000"/>
              </a:solidFill>
              <a:latin typeface="Concert One" panose="020B0604020202020204" charset="0"/>
              <a:ea typeface="Roboto Mono Regula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279220"/>
      </p:ext>
    </p:extLst>
  </p:cSld>
  <p:clrMapOvr>
    <a:masterClrMapping/>
  </p:clrMapOvr>
</p:sld>
</file>

<file path=ppt/theme/theme1.xml><?xml version="1.0" encoding="utf-8"?>
<a:theme xmlns:a="http://schemas.openxmlformats.org/drawingml/2006/main" name="Notebook Lesson">
  <a:themeElements>
    <a:clrScheme name="Simple Light">
      <a:dk1>
        <a:srgbClr val="595959"/>
      </a:dk1>
      <a:lt1>
        <a:srgbClr val="F1C232"/>
      </a:lt1>
      <a:dk2>
        <a:srgbClr val="595959"/>
      </a:dk2>
      <a:lt2>
        <a:srgbClr val="A8D68C"/>
      </a:lt2>
      <a:accent1>
        <a:srgbClr val="F1C232"/>
      </a:accent1>
      <a:accent2>
        <a:srgbClr val="B44141"/>
      </a:accent2>
      <a:accent3>
        <a:srgbClr val="F1C232"/>
      </a:accent3>
      <a:accent4>
        <a:srgbClr val="DF7070"/>
      </a:accent4>
      <a:accent5>
        <a:srgbClr val="7A9E64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444</Words>
  <Application>Microsoft Office PowerPoint</Application>
  <PresentationFormat>On-screen Show (16:9)</PresentationFormat>
  <Paragraphs>80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Anonymous Pro</vt:lpstr>
      <vt:lpstr>Arial</vt:lpstr>
      <vt:lpstr>Concert One</vt:lpstr>
      <vt:lpstr>Coming Soon</vt:lpstr>
      <vt:lpstr>Roboto Mono Regular</vt:lpstr>
      <vt:lpstr>Notebook Lesson</vt:lpstr>
      <vt:lpstr>Arduino  Programming</vt:lpstr>
      <vt:lpstr>01</vt:lpstr>
      <vt:lpstr>If Statement</vt:lpstr>
      <vt:lpstr>02</vt:lpstr>
      <vt:lpstr>Introduction</vt:lpstr>
      <vt:lpstr>PowerPoint Presentation</vt:lpstr>
      <vt:lpstr>03</vt:lpstr>
      <vt:lpstr>PowerPoint Presentation</vt:lpstr>
      <vt:lpstr>04</vt:lpstr>
      <vt:lpstr>Overview: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Arduino  Programming</dc:title>
  <dc:creator>admin</dc:creator>
  <cp:lastModifiedBy>admin</cp:lastModifiedBy>
  <cp:revision>12</cp:revision>
  <dcterms:modified xsi:type="dcterms:W3CDTF">2021-03-13T07:16:03Z</dcterms:modified>
</cp:coreProperties>
</file>