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4"/>
  </p:notesMasterIdLst>
  <p:sldIdLst>
    <p:sldId id="256" r:id="rId2"/>
    <p:sldId id="257" r:id="rId3"/>
    <p:sldId id="259" r:id="rId4"/>
    <p:sldId id="262" r:id="rId5"/>
    <p:sldId id="264" r:id="rId6"/>
    <p:sldId id="260" r:id="rId7"/>
    <p:sldId id="261" r:id="rId8"/>
    <p:sldId id="263" r:id="rId9"/>
    <p:sldId id="265" r:id="rId10"/>
    <p:sldId id="267" r:id="rId11"/>
    <p:sldId id="272" r:id="rId12"/>
    <p:sldId id="268" r:id="rId13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15"/>
      <p:bold r:id="rId16"/>
      <p:italic r:id="rId17"/>
      <p:boldItalic r:id="rId18"/>
    </p:embeddedFont>
    <p:embeddedFont>
      <p:font typeface="Fredoka One" panose="020B0604020202020204" charset="0"/>
      <p:regular r:id="rId19"/>
    </p:embeddedFont>
    <p:embeddedFont>
      <p:font typeface="Open Sans" panose="020B0604020202020204" charset="0"/>
      <p:regular r:id="rId20"/>
      <p:bold r:id="rId21"/>
      <p:italic r:id="rId22"/>
      <p:boldItalic r:id="rId23"/>
    </p:embeddedFont>
    <p:embeddedFont>
      <p:font typeface="Roboto Slab Regular" panose="020B0604020202020204" charset="0"/>
      <p:regular r:id="rId24"/>
      <p:bold r:id="rId25"/>
    </p:embeddedFont>
    <p:embeddedFont>
      <p:font typeface="Rockwell" panose="02060603020205020403" pitchFamily="18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D278"/>
    <a:srgbClr val="F0CF36"/>
    <a:srgbClr val="FA8152"/>
    <a:srgbClr val="FFFFFF"/>
    <a:srgbClr val="6565E5"/>
    <a:srgbClr val="4166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D2A438-7C93-491C-8E7A-E580412FD781}">
  <a:tblStyle styleId="{BCD2A438-7C93-491C-8E7A-E580412FD7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 varScale="1">
        <p:scale>
          <a:sx n="90" d="100"/>
          <a:sy n="90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9D03CB-E928-4E27-839A-E08D927C8397}" type="doc">
      <dgm:prSet loTypeId="urn:microsoft.com/office/officeart/2005/8/layout/hierarchy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CC807AC-181C-47F1-8D5D-A77AC52C2263}" type="asst">
      <dgm:prSet phldrT="[Text]"/>
      <dgm:spPr/>
      <dgm:t>
        <a:bodyPr/>
        <a:lstStyle/>
        <a:p>
          <a:r>
            <a:rPr lang="en-GB" dirty="0">
              <a:latin typeface="Fredoka One" panose="020B0604020202020204" charset="0"/>
            </a:rPr>
            <a:t>&lt;head&gt;</a:t>
          </a:r>
          <a:endParaRPr lang="en-IN" dirty="0">
            <a:latin typeface="Fredoka One" panose="020B0604020202020204" charset="0"/>
          </a:endParaRPr>
        </a:p>
      </dgm:t>
    </dgm:pt>
    <dgm:pt modelId="{349582E9-FAAA-4E1B-B070-2CA388D24BAD}" type="parTrans" cxnId="{1E20A50A-F723-4581-8B99-A72332BD89BC}">
      <dgm:prSet/>
      <dgm:spPr/>
      <dgm:t>
        <a:bodyPr/>
        <a:lstStyle/>
        <a:p>
          <a:endParaRPr lang="en-IN"/>
        </a:p>
      </dgm:t>
    </dgm:pt>
    <dgm:pt modelId="{82F00994-1EF0-4946-A818-75B6A59BD4DA}" type="sibTrans" cxnId="{1E20A50A-F723-4581-8B99-A72332BD89BC}">
      <dgm:prSet/>
      <dgm:spPr/>
      <dgm:t>
        <a:bodyPr/>
        <a:lstStyle/>
        <a:p>
          <a:endParaRPr lang="en-IN"/>
        </a:p>
      </dgm:t>
    </dgm:pt>
    <dgm:pt modelId="{24BC7BD1-57A5-47D1-A342-902070FDF60B}" type="pres">
      <dgm:prSet presAssocID="{779D03CB-E928-4E27-839A-E08D927C83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91FC4E-78FB-4D99-9D14-152AF3A9DE04}" type="pres">
      <dgm:prSet presAssocID="{7CC807AC-181C-47F1-8D5D-A77AC52C2263}" presName="hierRoot1" presStyleCnt="0"/>
      <dgm:spPr/>
    </dgm:pt>
    <dgm:pt modelId="{6930C834-7158-4039-9C3E-989767774F60}" type="pres">
      <dgm:prSet presAssocID="{7CC807AC-181C-47F1-8D5D-A77AC52C2263}" presName="composite" presStyleCnt="0"/>
      <dgm:spPr/>
    </dgm:pt>
    <dgm:pt modelId="{E32E3047-9E9D-43A8-B292-91B5D5829193}" type="pres">
      <dgm:prSet presAssocID="{7CC807AC-181C-47F1-8D5D-A77AC52C2263}" presName="background" presStyleLbl="node0" presStyleIdx="0" presStyleCnt="1"/>
      <dgm:spPr/>
    </dgm:pt>
    <dgm:pt modelId="{FA53A9A2-5E03-4243-86CF-9CE351F696BA}" type="pres">
      <dgm:prSet presAssocID="{7CC807AC-181C-47F1-8D5D-A77AC52C2263}" presName="text" presStyleLbl="fgAcc0" presStyleIdx="0" presStyleCnt="1" custLinFactX="100000" custLinFactNeighborX="136544" custLinFactNeighborY="32088">
        <dgm:presLayoutVars>
          <dgm:chPref val="3"/>
        </dgm:presLayoutVars>
      </dgm:prSet>
      <dgm:spPr/>
    </dgm:pt>
    <dgm:pt modelId="{025F2AD5-1156-4165-94DF-EBF3D7C34061}" type="pres">
      <dgm:prSet presAssocID="{7CC807AC-181C-47F1-8D5D-A77AC52C2263}" presName="hierChild2" presStyleCnt="0"/>
      <dgm:spPr/>
    </dgm:pt>
  </dgm:ptLst>
  <dgm:cxnLst>
    <dgm:cxn modelId="{1E20A50A-F723-4581-8B99-A72332BD89BC}" srcId="{779D03CB-E928-4E27-839A-E08D927C8397}" destId="{7CC807AC-181C-47F1-8D5D-A77AC52C2263}" srcOrd="0" destOrd="0" parTransId="{349582E9-FAAA-4E1B-B070-2CA388D24BAD}" sibTransId="{82F00994-1EF0-4946-A818-75B6A59BD4DA}"/>
    <dgm:cxn modelId="{40155D7E-CEEA-4B12-9B23-D85AF09EA794}" type="presOf" srcId="{779D03CB-E928-4E27-839A-E08D927C8397}" destId="{24BC7BD1-57A5-47D1-A342-902070FDF60B}" srcOrd="0" destOrd="0" presId="urn:microsoft.com/office/officeart/2005/8/layout/hierarchy1"/>
    <dgm:cxn modelId="{180DDEF6-783D-406A-8835-0D6D414C2FE6}" type="presOf" srcId="{7CC807AC-181C-47F1-8D5D-A77AC52C2263}" destId="{FA53A9A2-5E03-4243-86CF-9CE351F696BA}" srcOrd="0" destOrd="0" presId="urn:microsoft.com/office/officeart/2005/8/layout/hierarchy1"/>
    <dgm:cxn modelId="{6EB4EE7D-D73F-4AB5-9D63-E87B723CCFA1}" type="presParOf" srcId="{24BC7BD1-57A5-47D1-A342-902070FDF60B}" destId="{C691FC4E-78FB-4D99-9D14-152AF3A9DE04}" srcOrd="0" destOrd="0" presId="urn:microsoft.com/office/officeart/2005/8/layout/hierarchy1"/>
    <dgm:cxn modelId="{FB24C5D0-DF99-4334-8C28-7C83E646099C}" type="presParOf" srcId="{C691FC4E-78FB-4D99-9D14-152AF3A9DE04}" destId="{6930C834-7158-4039-9C3E-989767774F60}" srcOrd="0" destOrd="0" presId="urn:microsoft.com/office/officeart/2005/8/layout/hierarchy1"/>
    <dgm:cxn modelId="{388E2D8A-62E4-4B0C-A959-0F5C3F1194BE}" type="presParOf" srcId="{6930C834-7158-4039-9C3E-989767774F60}" destId="{E32E3047-9E9D-43A8-B292-91B5D5829193}" srcOrd="0" destOrd="0" presId="urn:microsoft.com/office/officeart/2005/8/layout/hierarchy1"/>
    <dgm:cxn modelId="{BFB9B348-83A9-4741-AAD6-D7AE36EB45D5}" type="presParOf" srcId="{6930C834-7158-4039-9C3E-989767774F60}" destId="{FA53A9A2-5E03-4243-86CF-9CE351F696BA}" srcOrd="1" destOrd="0" presId="urn:microsoft.com/office/officeart/2005/8/layout/hierarchy1"/>
    <dgm:cxn modelId="{D1AA3F94-D395-41E4-9A1D-66D092C427E3}" type="presParOf" srcId="{C691FC4E-78FB-4D99-9D14-152AF3A9DE04}" destId="{025F2AD5-1156-4165-94DF-EBF3D7C3406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9D03CB-E928-4E27-839A-E08D927C8397}" type="doc">
      <dgm:prSet loTypeId="urn:microsoft.com/office/officeart/2005/8/layout/hierarchy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CC807AC-181C-47F1-8D5D-A77AC52C2263}" type="asst">
      <dgm:prSet phldrT="[Text]"/>
      <dgm:spPr/>
      <dgm:t>
        <a:bodyPr/>
        <a:lstStyle/>
        <a:p>
          <a:r>
            <a:rPr lang="en-GB" dirty="0">
              <a:latin typeface="Fredoka One" panose="020B0604020202020204" charset="0"/>
            </a:rPr>
            <a:t>&lt;title&gt;</a:t>
          </a:r>
          <a:endParaRPr lang="en-IN" dirty="0">
            <a:latin typeface="Fredoka One" panose="020B0604020202020204" charset="0"/>
          </a:endParaRPr>
        </a:p>
      </dgm:t>
    </dgm:pt>
    <dgm:pt modelId="{349582E9-FAAA-4E1B-B070-2CA388D24BAD}" type="parTrans" cxnId="{1E20A50A-F723-4581-8B99-A72332BD89BC}">
      <dgm:prSet/>
      <dgm:spPr/>
      <dgm:t>
        <a:bodyPr/>
        <a:lstStyle/>
        <a:p>
          <a:endParaRPr lang="en-IN"/>
        </a:p>
      </dgm:t>
    </dgm:pt>
    <dgm:pt modelId="{82F00994-1EF0-4946-A818-75B6A59BD4DA}" type="sibTrans" cxnId="{1E20A50A-F723-4581-8B99-A72332BD89BC}">
      <dgm:prSet/>
      <dgm:spPr/>
      <dgm:t>
        <a:bodyPr/>
        <a:lstStyle/>
        <a:p>
          <a:endParaRPr lang="en-IN"/>
        </a:p>
      </dgm:t>
    </dgm:pt>
    <dgm:pt modelId="{24BC7BD1-57A5-47D1-A342-902070FDF60B}" type="pres">
      <dgm:prSet presAssocID="{779D03CB-E928-4E27-839A-E08D927C83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72F0554-4543-4E2B-9844-9697F965EDB2}" type="pres">
      <dgm:prSet presAssocID="{7CC807AC-181C-47F1-8D5D-A77AC52C2263}" presName="hierRoot1" presStyleCnt="0"/>
      <dgm:spPr/>
    </dgm:pt>
    <dgm:pt modelId="{F33D0935-5B5C-4D39-BEBC-261343085926}" type="pres">
      <dgm:prSet presAssocID="{7CC807AC-181C-47F1-8D5D-A77AC52C2263}" presName="composite" presStyleCnt="0"/>
      <dgm:spPr/>
    </dgm:pt>
    <dgm:pt modelId="{91B740AD-D2B3-4944-8399-87E08D7E5E0F}" type="pres">
      <dgm:prSet presAssocID="{7CC807AC-181C-47F1-8D5D-A77AC52C2263}" presName="background" presStyleLbl="node0" presStyleIdx="0" presStyleCnt="1"/>
      <dgm:spPr/>
    </dgm:pt>
    <dgm:pt modelId="{2565C3A1-2297-4DE2-B908-01326E951753}" type="pres">
      <dgm:prSet presAssocID="{7CC807AC-181C-47F1-8D5D-A77AC52C2263}" presName="text" presStyleLbl="fgAcc0" presStyleIdx="0" presStyleCnt="1" custLinFactY="31462" custLinFactNeighborX="-52715" custLinFactNeighborY="100000">
        <dgm:presLayoutVars>
          <dgm:chPref val="3"/>
        </dgm:presLayoutVars>
      </dgm:prSet>
      <dgm:spPr/>
    </dgm:pt>
    <dgm:pt modelId="{BB87836D-A0A2-43BC-99D3-F9A220806927}" type="pres">
      <dgm:prSet presAssocID="{7CC807AC-181C-47F1-8D5D-A77AC52C2263}" presName="hierChild2" presStyleCnt="0"/>
      <dgm:spPr/>
    </dgm:pt>
  </dgm:ptLst>
  <dgm:cxnLst>
    <dgm:cxn modelId="{1E20A50A-F723-4581-8B99-A72332BD89BC}" srcId="{779D03CB-E928-4E27-839A-E08D927C8397}" destId="{7CC807AC-181C-47F1-8D5D-A77AC52C2263}" srcOrd="0" destOrd="0" parTransId="{349582E9-FAAA-4E1B-B070-2CA388D24BAD}" sibTransId="{82F00994-1EF0-4946-A818-75B6A59BD4DA}"/>
    <dgm:cxn modelId="{2A159E66-521F-4DC9-A077-EF65B50A2AF1}" type="presOf" srcId="{7CC807AC-181C-47F1-8D5D-A77AC52C2263}" destId="{2565C3A1-2297-4DE2-B908-01326E951753}" srcOrd="0" destOrd="0" presId="urn:microsoft.com/office/officeart/2005/8/layout/hierarchy1"/>
    <dgm:cxn modelId="{40155D7E-CEEA-4B12-9B23-D85AF09EA794}" type="presOf" srcId="{779D03CB-E928-4E27-839A-E08D927C8397}" destId="{24BC7BD1-57A5-47D1-A342-902070FDF60B}" srcOrd="0" destOrd="0" presId="urn:microsoft.com/office/officeart/2005/8/layout/hierarchy1"/>
    <dgm:cxn modelId="{1BB2003E-AF04-46CF-B205-7E8B7EB26754}" type="presParOf" srcId="{24BC7BD1-57A5-47D1-A342-902070FDF60B}" destId="{D72F0554-4543-4E2B-9844-9697F965EDB2}" srcOrd="0" destOrd="0" presId="urn:microsoft.com/office/officeart/2005/8/layout/hierarchy1"/>
    <dgm:cxn modelId="{A406A511-074A-42ED-A7A6-CFAF76C689F9}" type="presParOf" srcId="{D72F0554-4543-4E2B-9844-9697F965EDB2}" destId="{F33D0935-5B5C-4D39-BEBC-261343085926}" srcOrd="0" destOrd="0" presId="urn:microsoft.com/office/officeart/2005/8/layout/hierarchy1"/>
    <dgm:cxn modelId="{34EEBAC7-12DD-4303-8848-4E5BEA84E792}" type="presParOf" srcId="{F33D0935-5B5C-4D39-BEBC-261343085926}" destId="{91B740AD-D2B3-4944-8399-87E08D7E5E0F}" srcOrd="0" destOrd="0" presId="urn:microsoft.com/office/officeart/2005/8/layout/hierarchy1"/>
    <dgm:cxn modelId="{3DF714F7-7769-445E-BBB3-850C35A008F1}" type="presParOf" srcId="{F33D0935-5B5C-4D39-BEBC-261343085926}" destId="{2565C3A1-2297-4DE2-B908-01326E951753}" srcOrd="1" destOrd="0" presId="urn:microsoft.com/office/officeart/2005/8/layout/hierarchy1"/>
    <dgm:cxn modelId="{24D78710-5448-42EE-9B7D-808D3A1A07CA}" type="presParOf" srcId="{D72F0554-4543-4E2B-9844-9697F965EDB2}" destId="{BB87836D-A0A2-43BC-99D3-F9A22080692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9D03CB-E928-4E27-839A-E08D927C8397}" type="doc">
      <dgm:prSet loTypeId="urn:microsoft.com/office/officeart/2005/8/layout/hierarchy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CC807AC-181C-47F1-8D5D-A77AC52C2263}" type="asst">
      <dgm:prSet phldrT="[Text]"/>
      <dgm:spPr/>
      <dgm:t>
        <a:bodyPr/>
        <a:lstStyle/>
        <a:p>
          <a:r>
            <a:rPr lang="en-GB" dirty="0">
              <a:latin typeface="Fredoka One" panose="020B0604020202020204" charset="0"/>
            </a:rPr>
            <a:t>&lt;html&gt;</a:t>
          </a:r>
          <a:endParaRPr lang="en-IN" dirty="0">
            <a:latin typeface="Fredoka One" panose="020B0604020202020204" charset="0"/>
          </a:endParaRPr>
        </a:p>
      </dgm:t>
    </dgm:pt>
    <dgm:pt modelId="{82F00994-1EF0-4946-A818-75B6A59BD4DA}" type="sibTrans" cxnId="{1E20A50A-F723-4581-8B99-A72332BD89BC}">
      <dgm:prSet/>
      <dgm:spPr/>
      <dgm:t>
        <a:bodyPr/>
        <a:lstStyle/>
        <a:p>
          <a:endParaRPr lang="en-IN"/>
        </a:p>
      </dgm:t>
    </dgm:pt>
    <dgm:pt modelId="{349582E9-FAAA-4E1B-B070-2CA388D24BAD}" type="parTrans" cxnId="{1E20A50A-F723-4581-8B99-A72332BD89BC}">
      <dgm:prSet/>
      <dgm:spPr/>
      <dgm:t>
        <a:bodyPr/>
        <a:lstStyle/>
        <a:p>
          <a:endParaRPr lang="en-IN"/>
        </a:p>
      </dgm:t>
    </dgm:pt>
    <dgm:pt modelId="{24BC7BD1-57A5-47D1-A342-902070FDF60B}" type="pres">
      <dgm:prSet presAssocID="{779D03CB-E928-4E27-839A-E08D927C83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72F0554-4543-4E2B-9844-9697F965EDB2}" type="pres">
      <dgm:prSet presAssocID="{7CC807AC-181C-47F1-8D5D-A77AC52C2263}" presName="hierRoot1" presStyleCnt="0"/>
      <dgm:spPr/>
    </dgm:pt>
    <dgm:pt modelId="{F33D0935-5B5C-4D39-BEBC-261343085926}" type="pres">
      <dgm:prSet presAssocID="{7CC807AC-181C-47F1-8D5D-A77AC52C2263}" presName="composite" presStyleCnt="0"/>
      <dgm:spPr/>
    </dgm:pt>
    <dgm:pt modelId="{91B740AD-D2B3-4944-8399-87E08D7E5E0F}" type="pres">
      <dgm:prSet presAssocID="{7CC807AC-181C-47F1-8D5D-A77AC52C2263}" presName="background" presStyleLbl="node0" presStyleIdx="0" presStyleCnt="1"/>
      <dgm:spPr/>
    </dgm:pt>
    <dgm:pt modelId="{2565C3A1-2297-4DE2-B908-01326E951753}" type="pres">
      <dgm:prSet presAssocID="{7CC807AC-181C-47F1-8D5D-A77AC52C2263}" presName="text" presStyleLbl="fgAcc0" presStyleIdx="0" presStyleCnt="1" custLinFactNeighborX="-96087" custLinFactNeighborY="38428">
        <dgm:presLayoutVars>
          <dgm:chPref val="3"/>
        </dgm:presLayoutVars>
      </dgm:prSet>
      <dgm:spPr/>
    </dgm:pt>
    <dgm:pt modelId="{BB87836D-A0A2-43BC-99D3-F9A220806927}" type="pres">
      <dgm:prSet presAssocID="{7CC807AC-181C-47F1-8D5D-A77AC52C2263}" presName="hierChild2" presStyleCnt="0"/>
      <dgm:spPr/>
    </dgm:pt>
  </dgm:ptLst>
  <dgm:cxnLst>
    <dgm:cxn modelId="{1E20A50A-F723-4581-8B99-A72332BD89BC}" srcId="{779D03CB-E928-4E27-839A-E08D927C8397}" destId="{7CC807AC-181C-47F1-8D5D-A77AC52C2263}" srcOrd="0" destOrd="0" parTransId="{349582E9-FAAA-4E1B-B070-2CA388D24BAD}" sibTransId="{82F00994-1EF0-4946-A818-75B6A59BD4DA}"/>
    <dgm:cxn modelId="{2A159E66-521F-4DC9-A077-EF65B50A2AF1}" type="presOf" srcId="{7CC807AC-181C-47F1-8D5D-A77AC52C2263}" destId="{2565C3A1-2297-4DE2-B908-01326E951753}" srcOrd="0" destOrd="0" presId="urn:microsoft.com/office/officeart/2005/8/layout/hierarchy1"/>
    <dgm:cxn modelId="{40155D7E-CEEA-4B12-9B23-D85AF09EA794}" type="presOf" srcId="{779D03CB-E928-4E27-839A-E08D927C8397}" destId="{24BC7BD1-57A5-47D1-A342-902070FDF60B}" srcOrd="0" destOrd="0" presId="urn:microsoft.com/office/officeart/2005/8/layout/hierarchy1"/>
    <dgm:cxn modelId="{1BB2003E-AF04-46CF-B205-7E8B7EB26754}" type="presParOf" srcId="{24BC7BD1-57A5-47D1-A342-902070FDF60B}" destId="{D72F0554-4543-4E2B-9844-9697F965EDB2}" srcOrd="0" destOrd="0" presId="urn:microsoft.com/office/officeart/2005/8/layout/hierarchy1"/>
    <dgm:cxn modelId="{A406A511-074A-42ED-A7A6-CFAF76C689F9}" type="presParOf" srcId="{D72F0554-4543-4E2B-9844-9697F965EDB2}" destId="{F33D0935-5B5C-4D39-BEBC-261343085926}" srcOrd="0" destOrd="0" presId="urn:microsoft.com/office/officeart/2005/8/layout/hierarchy1"/>
    <dgm:cxn modelId="{34EEBAC7-12DD-4303-8848-4E5BEA84E792}" type="presParOf" srcId="{F33D0935-5B5C-4D39-BEBC-261343085926}" destId="{91B740AD-D2B3-4944-8399-87E08D7E5E0F}" srcOrd="0" destOrd="0" presId="urn:microsoft.com/office/officeart/2005/8/layout/hierarchy1"/>
    <dgm:cxn modelId="{3DF714F7-7769-445E-BBB3-850C35A008F1}" type="presParOf" srcId="{F33D0935-5B5C-4D39-BEBC-261343085926}" destId="{2565C3A1-2297-4DE2-B908-01326E951753}" srcOrd="1" destOrd="0" presId="urn:microsoft.com/office/officeart/2005/8/layout/hierarchy1"/>
    <dgm:cxn modelId="{24D78710-5448-42EE-9B7D-808D3A1A07CA}" type="presParOf" srcId="{D72F0554-4543-4E2B-9844-9697F965EDB2}" destId="{BB87836D-A0A2-43BC-99D3-F9A22080692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9D03CB-E928-4E27-839A-E08D927C8397}" type="doc">
      <dgm:prSet loTypeId="urn:microsoft.com/office/officeart/2005/8/layout/hierarchy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CC807AC-181C-47F1-8D5D-A77AC52C2263}" type="asst">
      <dgm:prSet phldrT="[Text]"/>
      <dgm:spPr/>
      <dgm:t>
        <a:bodyPr/>
        <a:lstStyle/>
        <a:p>
          <a:r>
            <a:rPr lang="en-GB" dirty="0">
              <a:latin typeface="Fredoka One" panose="020B0604020202020204" charset="0"/>
            </a:rPr>
            <a:t>&lt;body&gt;</a:t>
          </a:r>
          <a:endParaRPr lang="en-IN" dirty="0">
            <a:latin typeface="Fredoka One" panose="020B0604020202020204" charset="0"/>
          </a:endParaRPr>
        </a:p>
      </dgm:t>
    </dgm:pt>
    <dgm:pt modelId="{349582E9-FAAA-4E1B-B070-2CA388D24BAD}" type="parTrans" cxnId="{1E20A50A-F723-4581-8B99-A72332BD89BC}">
      <dgm:prSet/>
      <dgm:spPr/>
      <dgm:t>
        <a:bodyPr/>
        <a:lstStyle/>
        <a:p>
          <a:endParaRPr lang="en-IN"/>
        </a:p>
      </dgm:t>
    </dgm:pt>
    <dgm:pt modelId="{82F00994-1EF0-4946-A818-75B6A59BD4DA}" type="sibTrans" cxnId="{1E20A50A-F723-4581-8B99-A72332BD89BC}">
      <dgm:prSet/>
      <dgm:spPr/>
      <dgm:t>
        <a:bodyPr/>
        <a:lstStyle/>
        <a:p>
          <a:endParaRPr lang="en-IN"/>
        </a:p>
      </dgm:t>
    </dgm:pt>
    <dgm:pt modelId="{24BC7BD1-57A5-47D1-A342-902070FDF60B}" type="pres">
      <dgm:prSet presAssocID="{779D03CB-E928-4E27-839A-E08D927C83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91FC4E-78FB-4D99-9D14-152AF3A9DE04}" type="pres">
      <dgm:prSet presAssocID="{7CC807AC-181C-47F1-8D5D-A77AC52C2263}" presName="hierRoot1" presStyleCnt="0"/>
      <dgm:spPr/>
    </dgm:pt>
    <dgm:pt modelId="{6930C834-7158-4039-9C3E-989767774F60}" type="pres">
      <dgm:prSet presAssocID="{7CC807AC-181C-47F1-8D5D-A77AC52C2263}" presName="composite" presStyleCnt="0"/>
      <dgm:spPr/>
    </dgm:pt>
    <dgm:pt modelId="{E32E3047-9E9D-43A8-B292-91B5D5829193}" type="pres">
      <dgm:prSet presAssocID="{7CC807AC-181C-47F1-8D5D-A77AC52C2263}" presName="background" presStyleLbl="node0" presStyleIdx="0" presStyleCnt="1"/>
      <dgm:spPr/>
    </dgm:pt>
    <dgm:pt modelId="{FA53A9A2-5E03-4243-86CF-9CE351F696BA}" type="pres">
      <dgm:prSet presAssocID="{7CC807AC-181C-47F1-8D5D-A77AC52C2263}" presName="text" presStyleLbl="fgAcc0" presStyleIdx="0" presStyleCnt="1" custLinFactNeighborX="11769" custLinFactNeighborY="12311">
        <dgm:presLayoutVars>
          <dgm:chPref val="3"/>
        </dgm:presLayoutVars>
      </dgm:prSet>
      <dgm:spPr/>
    </dgm:pt>
    <dgm:pt modelId="{025F2AD5-1156-4165-94DF-EBF3D7C34061}" type="pres">
      <dgm:prSet presAssocID="{7CC807AC-181C-47F1-8D5D-A77AC52C2263}" presName="hierChild2" presStyleCnt="0"/>
      <dgm:spPr/>
    </dgm:pt>
  </dgm:ptLst>
  <dgm:cxnLst>
    <dgm:cxn modelId="{1E20A50A-F723-4581-8B99-A72332BD89BC}" srcId="{779D03CB-E928-4E27-839A-E08D927C8397}" destId="{7CC807AC-181C-47F1-8D5D-A77AC52C2263}" srcOrd="0" destOrd="0" parTransId="{349582E9-FAAA-4E1B-B070-2CA388D24BAD}" sibTransId="{82F00994-1EF0-4946-A818-75B6A59BD4DA}"/>
    <dgm:cxn modelId="{40155D7E-CEEA-4B12-9B23-D85AF09EA794}" type="presOf" srcId="{779D03CB-E928-4E27-839A-E08D927C8397}" destId="{24BC7BD1-57A5-47D1-A342-902070FDF60B}" srcOrd="0" destOrd="0" presId="urn:microsoft.com/office/officeart/2005/8/layout/hierarchy1"/>
    <dgm:cxn modelId="{180DDEF6-783D-406A-8835-0D6D414C2FE6}" type="presOf" srcId="{7CC807AC-181C-47F1-8D5D-A77AC52C2263}" destId="{FA53A9A2-5E03-4243-86CF-9CE351F696BA}" srcOrd="0" destOrd="0" presId="urn:microsoft.com/office/officeart/2005/8/layout/hierarchy1"/>
    <dgm:cxn modelId="{6EB4EE7D-D73F-4AB5-9D63-E87B723CCFA1}" type="presParOf" srcId="{24BC7BD1-57A5-47D1-A342-902070FDF60B}" destId="{C691FC4E-78FB-4D99-9D14-152AF3A9DE04}" srcOrd="0" destOrd="0" presId="urn:microsoft.com/office/officeart/2005/8/layout/hierarchy1"/>
    <dgm:cxn modelId="{FB24C5D0-DF99-4334-8C28-7C83E646099C}" type="presParOf" srcId="{C691FC4E-78FB-4D99-9D14-152AF3A9DE04}" destId="{6930C834-7158-4039-9C3E-989767774F60}" srcOrd="0" destOrd="0" presId="urn:microsoft.com/office/officeart/2005/8/layout/hierarchy1"/>
    <dgm:cxn modelId="{388E2D8A-62E4-4B0C-A959-0F5C3F1194BE}" type="presParOf" srcId="{6930C834-7158-4039-9C3E-989767774F60}" destId="{E32E3047-9E9D-43A8-B292-91B5D5829193}" srcOrd="0" destOrd="0" presId="urn:microsoft.com/office/officeart/2005/8/layout/hierarchy1"/>
    <dgm:cxn modelId="{BFB9B348-83A9-4741-AAD6-D7AE36EB45D5}" type="presParOf" srcId="{6930C834-7158-4039-9C3E-989767774F60}" destId="{FA53A9A2-5E03-4243-86CF-9CE351F696BA}" srcOrd="1" destOrd="0" presId="urn:microsoft.com/office/officeart/2005/8/layout/hierarchy1"/>
    <dgm:cxn modelId="{D1AA3F94-D395-41E4-9A1D-66D092C427E3}" type="presParOf" srcId="{C691FC4E-78FB-4D99-9D14-152AF3A9DE04}" destId="{025F2AD5-1156-4165-94DF-EBF3D7C3406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9D03CB-E928-4E27-839A-E08D927C8397}" type="doc">
      <dgm:prSet loTypeId="urn:microsoft.com/office/officeart/2005/8/layout/hierarchy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CC807AC-181C-47F1-8D5D-A77AC52C2263}" type="asst">
      <dgm:prSet phldrT="[Text]"/>
      <dgm:spPr/>
      <dgm:t>
        <a:bodyPr/>
        <a:lstStyle/>
        <a:p>
          <a:r>
            <a:rPr lang="en-GB" dirty="0">
              <a:latin typeface="Fredoka One" panose="020B0604020202020204" charset="0"/>
            </a:rPr>
            <a:t>&lt;h1&gt;</a:t>
          </a:r>
          <a:endParaRPr lang="en-IN" dirty="0">
            <a:latin typeface="Fredoka One" panose="020B0604020202020204" charset="0"/>
          </a:endParaRPr>
        </a:p>
      </dgm:t>
    </dgm:pt>
    <dgm:pt modelId="{349582E9-FAAA-4E1B-B070-2CA388D24BAD}" type="parTrans" cxnId="{1E20A50A-F723-4581-8B99-A72332BD89BC}">
      <dgm:prSet/>
      <dgm:spPr/>
      <dgm:t>
        <a:bodyPr/>
        <a:lstStyle/>
        <a:p>
          <a:endParaRPr lang="en-IN"/>
        </a:p>
      </dgm:t>
    </dgm:pt>
    <dgm:pt modelId="{82F00994-1EF0-4946-A818-75B6A59BD4DA}" type="sibTrans" cxnId="{1E20A50A-F723-4581-8B99-A72332BD89BC}">
      <dgm:prSet/>
      <dgm:spPr/>
      <dgm:t>
        <a:bodyPr/>
        <a:lstStyle/>
        <a:p>
          <a:endParaRPr lang="en-IN"/>
        </a:p>
      </dgm:t>
    </dgm:pt>
    <dgm:pt modelId="{24BC7BD1-57A5-47D1-A342-902070FDF60B}" type="pres">
      <dgm:prSet presAssocID="{779D03CB-E928-4E27-839A-E08D927C83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91FC4E-78FB-4D99-9D14-152AF3A9DE04}" type="pres">
      <dgm:prSet presAssocID="{7CC807AC-181C-47F1-8D5D-A77AC52C2263}" presName="hierRoot1" presStyleCnt="0"/>
      <dgm:spPr/>
    </dgm:pt>
    <dgm:pt modelId="{6930C834-7158-4039-9C3E-989767774F60}" type="pres">
      <dgm:prSet presAssocID="{7CC807AC-181C-47F1-8D5D-A77AC52C2263}" presName="composite" presStyleCnt="0"/>
      <dgm:spPr/>
    </dgm:pt>
    <dgm:pt modelId="{E32E3047-9E9D-43A8-B292-91B5D5829193}" type="pres">
      <dgm:prSet presAssocID="{7CC807AC-181C-47F1-8D5D-A77AC52C2263}" presName="background" presStyleLbl="node0" presStyleIdx="0" presStyleCnt="1"/>
      <dgm:spPr/>
    </dgm:pt>
    <dgm:pt modelId="{FA53A9A2-5E03-4243-86CF-9CE351F696BA}" type="pres">
      <dgm:prSet presAssocID="{7CC807AC-181C-47F1-8D5D-A77AC52C2263}" presName="text" presStyleLbl="fgAcc0" presStyleIdx="0" presStyleCnt="1" custLinFactX="100000" custLinFactNeighborX="136544" custLinFactNeighborY="32088">
        <dgm:presLayoutVars>
          <dgm:chPref val="3"/>
        </dgm:presLayoutVars>
      </dgm:prSet>
      <dgm:spPr/>
    </dgm:pt>
    <dgm:pt modelId="{025F2AD5-1156-4165-94DF-EBF3D7C34061}" type="pres">
      <dgm:prSet presAssocID="{7CC807AC-181C-47F1-8D5D-A77AC52C2263}" presName="hierChild2" presStyleCnt="0"/>
      <dgm:spPr/>
    </dgm:pt>
  </dgm:ptLst>
  <dgm:cxnLst>
    <dgm:cxn modelId="{1E20A50A-F723-4581-8B99-A72332BD89BC}" srcId="{779D03CB-E928-4E27-839A-E08D927C8397}" destId="{7CC807AC-181C-47F1-8D5D-A77AC52C2263}" srcOrd="0" destOrd="0" parTransId="{349582E9-FAAA-4E1B-B070-2CA388D24BAD}" sibTransId="{82F00994-1EF0-4946-A818-75B6A59BD4DA}"/>
    <dgm:cxn modelId="{40155D7E-CEEA-4B12-9B23-D85AF09EA794}" type="presOf" srcId="{779D03CB-E928-4E27-839A-E08D927C8397}" destId="{24BC7BD1-57A5-47D1-A342-902070FDF60B}" srcOrd="0" destOrd="0" presId="urn:microsoft.com/office/officeart/2005/8/layout/hierarchy1"/>
    <dgm:cxn modelId="{180DDEF6-783D-406A-8835-0D6D414C2FE6}" type="presOf" srcId="{7CC807AC-181C-47F1-8D5D-A77AC52C2263}" destId="{FA53A9A2-5E03-4243-86CF-9CE351F696BA}" srcOrd="0" destOrd="0" presId="urn:microsoft.com/office/officeart/2005/8/layout/hierarchy1"/>
    <dgm:cxn modelId="{6EB4EE7D-D73F-4AB5-9D63-E87B723CCFA1}" type="presParOf" srcId="{24BC7BD1-57A5-47D1-A342-902070FDF60B}" destId="{C691FC4E-78FB-4D99-9D14-152AF3A9DE04}" srcOrd="0" destOrd="0" presId="urn:microsoft.com/office/officeart/2005/8/layout/hierarchy1"/>
    <dgm:cxn modelId="{FB24C5D0-DF99-4334-8C28-7C83E646099C}" type="presParOf" srcId="{C691FC4E-78FB-4D99-9D14-152AF3A9DE04}" destId="{6930C834-7158-4039-9C3E-989767774F60}" srcOrd="0" destOrd="0" presId="urn:microsoft.com/office/officeart/2005/8/layout/hierarchy1"/>
    <dgm:cxn modelId="{388E2D8A-62E4-4B0C-A959-0F5C3F1194BE}" type="presParOf" srcId="{6930C834-7158-4039-9C3E-989767774F60}" destId="{E32E3047-9E9D-43A8-B292-91B5D5829193}" srcOrd="0" destOrd="0" presId="urn:microsoft.com/office/officeart/2005/8/layout/hierarchy1"/>
    <dgm:cxn modelId="{BFB9B348-83A9-4741-AAD6-D7AE36EB45D5}" type="presParOf" srcId="{6930C834-7158-4039-9C3E-989767774F60}" destId="{FA53A9A2-5E03-4243-86CF-9CE351F696BA}" srcOrd="1" destOrd="0" presId="urn:microsoft.com/office/officeart/2005/8/layout/hierarchy1"/>
    <dgm:cxn modelId="{D1AA3F94-D395-41E4-9A1D-66D092C427E3}" type="presParOf" srcId="{C691FC4E-78FB-4D99-9D14-152AF3A9DE04}" destId="{025F2AD5-1156-4165-94DF-EBF3D7C3406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79D03CB-E928-4E27-839A-E08D927C8397}" type="doc">
      <dgm:prSet loTypeId="urn:microsoft.com/office/officeart/2005/8/layout/hierarchy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CC807AC-181C-47F1-8D5D-A77AC52C2263}" type="asst">
      <dgm:prSet phldrT="[Text]"/>
      <dgm:spPr/>
      <dgm:t>
        <a:bodyPr/>
        <a:lstStyle/>
        <a:p>
          <a:r>
            <a:rPr lang="en-GB" dirty="0">
              <a:latin typeface="Fredoka One" panose="020B0604020202020204" charset="0"/>
            </a:rPr>
            <a:t>&lt;p&gt;</a:t>
          </a:r>
          <a:endParaRPr lang="en-IN" dirty="0">
            <a:latin typeface="Fredoka One" panose="020B0604020202020204" charset="0"/>
          </a:endParaRPr>
        </a:p>
      </dgm:t>
    </dgm:pt>
    <dgm:pt modelId="{349582E9-FAAA-4E1B-B070-2CA388D24BAD}" type="parTrans" cxnId="{1E20A50A-F723-4581-8B99-A72332BD89BC}">
      <dgm:prSet/>
      <dgm:spPr/>
      <dgm:t>
        <a:bodyPr/>
        <a:lstStyle/>
        <a:p>
          <a:endParaRPr lang="en-IN"/>
        </a:p>
      </dgm:t>
    </dgm:pt>
    <dgm:pt modelId="{82F00994-1EF0-4946-A818-75B6A59BD4DA}" type="sibTrans" cxnId="{1E20A50A-F723-4581-8B99-A72332BD89BC}">
      <dgm:prSet/>
      <dgm:spPr/>
      <dgm:t>
        <a:bodyPr/>
        <a:lstStyle/>
        <a:p>
          <a:endParaRPr lang="en-IN"/>
        </a:p>
      </dgm:t>
    </dgm:pt>
    <dgm:pt modelId="{24BC7BD1-57A5-47D1-A342-902070FDF60B}" type="pres">
      <dgm:prSet presAssocID="{779D03CB-E928-4E27-839A-E08D927C83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91FC4E-78FB-4D99-9D14-152AF3A9DE04}" type="pres">
      <dgm:prSet presAssocID="{7CC807AC-181C-47F1-8D5D-A77AC52C2263}" presName="hierRoot1" presStyleCnt="0"/>
      <dgm:spPr/>
    </dgm:pt>
    <dgm:pt modelId="{6930C834-7158-4039-9C3E-989767774F60}" type="pres">
      <dgm:prSet presAssocID="{7CC807AC-181C-47F1-8D5D-A77AC52C2263}" presName="composite" presStyleCnt="0"/>
      <dgm:spPr/>
    </dgm:pt>
    <dgm:pt modelId="{E32E3047-9E9D-43A8-B292-91B5D5829193}" type="pres">
      <dgm:prSet presAssocID="{7CC807AC-181C-47F1-8D5D-A77AC52C2263}" presName="background" presStyleLbl="node0" presStyleIdx="0" presStyleCnt="1"/>
      <dgm:spPr/>
    </dgm:pt>
    <dgm:pt modelId="{FA53A9A2-5E03-4243-86CF-9CE351F696BA}" type="pres">
      <dgm:prSet presAssocID="{7CC807AC-181C-47F1-8D5D-A77AC52C2263}" presName="text" presStyleLbl="fgAcc0" presStyleIdx="0" presStyleCnt="1" custLinFactX="100000" custLinFactNeighborX="136544" custLinFactNeighborY="32088">
        <dgm:presLayoutVars>
          <dgm:chPref val="3"/>
        </dgm:presLayoutVars>
      </dgm:prSet>
      <dgm:spPr/>
    </dgm:pt>
    <dgm:pt modelId="{025F2AD5-1156-4165-94DF-EBF3D7C34061}" type="pres">
      <dgm:prSet presAssocID="{7CC807AC-181C-47F1-8D5D-A77AC52C2263}" presName="hierChild2" presStyleCnt="0"/>
      <dgm:spPr/>
    </dgm:pt>
  </dgm:ptLst>
  <dgm:cxnLst>
    <dgm:cxn modelId="{1E20A50A-F723-4581-8B99-A72332BD89BC}" srcId="{779D03CB-E928-4E27-839A-E08D927C8397}" destId="{7CC807AC-181C-47F1-8D5D-A77AC52C2263}" srcOrd="0" destOrd="0" parTransId="{349582E9-FAAA-4E1B-B070-2CA388D24BAD}" sibTransId="{82F00994-1EF0-4946-A818-75B6A59BD4DA}"/>
    <dgm:cxn modelId="{40155D7E-CEEA-4B12-9B23-D85AF09EA794}" type="presOf" srcId="{779D03CB-E928-4E27-839A-E08D927C8397}" destId="{24BC7BD1-57A5-47D1-A342-902070FDF60B}" srcOrd="0" destOrd="0" presId="urn:microsoft.com/office/officeart/2005/8/layout/hierarchy1"/>
    <dgm:cxn modelId="{180DDEF6-783D-406A-8835-0D6D414C2FE6}" type="presOf" srcId="{7CC807AC-181C-47F1-8D5D-A77AC52C2263}" destId="{FA53A9A2-5E03-4243-86CF-9CE351F696BA}" srcOrd="0" destOrd="0" presId="urn:microsoft.com/office/officeart/2005/8/layout/hierarchy1"/>
    <dgm:cxn modelId="{6EB4EE7D-D73F-4AB5-9D63-E87B723CCFA1}" type="presParOf" srcId="{24BC7BD1-57A5-47D1-A342-902070FDF60B}" destId="{C691FC4E-78FB-4D99-9D14-152AF3A9DE04}" srcOrd="0" destOrd="0" presId="urn:microsoft.com/office/officeart/2005/8/layout/hierarchy1"/>
    <dgm:cxn modelId="{FB24C5D0-DF99-4334-8C28-7C83E646099C}" type="presParOf" srcId="{C691FC4E-78FB-4D99-9D14-152AF3A9DE04}" destId="{6930C834-7158-4039-9C3E-989767774F60}" srcOrd="0" destOrd="0" presId="urn:microsoft.com/office/officeart/2005/8/layout/hierarchy1"/>
    <dgm:cxn modelId="{388E2D8A-62E4-4B0C-A959-0F5C3F1194BE}" type="presParOf" srcId="{6930C834-7158-4039-9C3E-989767774F60}" destId="{E32E3047-9E9D-43A8-B292-91B5D5829193}" srcOrd="0" destOrd="0" presId="urn:microsoft.com/office/officeart/2005/8/layout/hierarchy1"/>
    <dgm:cxn modelId="{BFB9B348-83A9-4741-AAD6-D7AE36EB45D5}" type="presParOf" srcId="{6930C834-7158-4039-9C3E-989767774F60}" destId="{FA53A9A2-5E03-4243-86CF-9CE351F696BA}" srcOrd="1" destOrd="0" presId="urn:microsoft.com/office/officeart/2005/8/layout/hierarchy1"/>
    <dgm:cxn modelId="{D1AA3F94-D395-41E4-9A1D-66D092C427E3}" type="presParOf" srcId="{C691FC4E-78FB-4D99-9D14-152AF3A9DE04}" destId="{025F2AD5-1156-4165-94DF-EBF3D7C3406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E3047-9E9D-43A8-B292-91B5D5829193}">
      <dsp:nvSpPr>
        <dsp:cNvPr id="0" name=""/>
        <dsp:cNvSpPr/>
      </dsp:nvSpPr>
      <dsp:spPr>
        <a:xfrm>
          <a:off x="438185" y="490"/>
          <a:ext cx="779563" cy="4950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53A9A2-5E03-4243-86CF-9CE351F696BA}">
      <dsp:nvSpPr>
        <dsp:cNvPr id="0" name=""/>
        <dsp:cNvSpPr/>
      </dsp:nvSpPr>
      <dsp:spPr>
        <a:xfrm>
          <a:off x="524803" y="82777"/>
          <a:ext cx="779563" cy="495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latin typeface="Fredoka One" panose="020B0604020202020204" charset="0"/>
            </a:rPr>
            <a:t>&lt;head&gt;</a:t>
          </a:r>
          <a:endParaRPr lang="en-IN" sz="1300" kern="1200" dirty="0">
            <a:latin typeface="Fredoka One" panose="020B0604020202020204" charset="0"/>
          </a:endParaRPr>
        </a:p>
      </dsp:txBody>
      <dsp:txXfrm>
        <a:off x="539302" y="97276"/>
        <a:ext cx="750565" cy="4660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B740AD-D2B3-4944-8399-87E08D7E5E0F}">
      <dsp:nvSpPr>
        <dsp:cNvPr id="0" name=""/>
        <dsp:cNvSpPr/>
      </dsp:nvSpPr>
      <dsp:spPr>
        <a:xfrm>
          <a:off x="-90427" y="288"/>
          <a:ext cx="813845" cy="5167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65C3A1-2297-4DE2-B908-01326E951753}">
      <dsp:nvSpPr>
        <dsp:cNvPr id="0" name=""/>
        <dsp:cNvSpPr/>
      </dsp:nvSpPr>
      <dsp:spPr>
        <a:xfrm>
          <a:off x="0" y="86193"/>
          <a:ext cx="813845" cy="516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Fredoka One" panose="020B0604020202020204" charset="0"/>
            </a:rPr>
            <a:t>&lt;title&gt;</a:t>
          </a:r>
          <a:endParaRPr lang="en-IN" sz="1500" kern="1200" dirty="0">
            <a:latin typeface="Fredoka One" panose="020B0604020202020204" charset="0"/>
          </a:endParaRPr>
        </a:p>
      </dsp:txBody>
      <dsp:txXfrm>
        <a:off x="15136" y="101329"/>
        <a:ext cx="783573" cy="4865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B740AD-D2B3-4944-8399-87E08D7E5E0F}">
      <dsp:nvSpPr>
        <dsp:cNvPr id="0" name=""/>
        <dsp:cNvSpPr/>
      </dsp:nvSpPr>
      <dsp:spPr>
        <a:xfrm>
          <a:off x="-92621" y="470"/>
          <a:ext cx="833592" cy="52933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65C3A1-2297-4DE2-B908-01326E951753}">
      <dsp:nvSpPr>
        <dsp:cNvPr id="0" name=""/>
        <dsp:cNvSpPr/>
      </dsp:nvSpPr>
      <dsp:spPr>
        <a:xfrm>
          <a:off x="0" y="88461"/>
          <a:ext cx="833592" cy="5293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Fredoka One" panose="020B0604020202020204" charset="0"/>
            </a:rPr>
            <a:t>&lt;html&gt;</a:t>
          </a:r>
          <a:endParaRPr lang="en-IN" sz="1500" kern="1200" dirty="0">
            <a:latin typeface="Fredoka One" panose="020B0604020202020204" charset="0"/>
          </a:endParaRPr>
        </a:p>
      </dsp:txBody>
      <dsp:txXfrm>
        <a:off x="15504" y="103965"/>
        <a:ext cx="802584" cy="4983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E3047-9E9D-43A8-B292-91B5D5829193}">
      <dsp:nvSpPr>
        <dsp:cNvPr id="0" name=""/>
        <dsp:cNvSpPr/>
      </dsp:nvSpPr>
      <dsp:spPr>
        <a:xfrm>
          <a:off x="196294" y="185"/>
          <a:ext cx="833977" cy="5295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53A9A2-5E03-4243-86CF-9CE351F696BA}">
      <dsp:nvSpPr>
        <dsp:cNvPr id="0" name=""/>
        <dsp:cNvSpPr/>
      </dsp:nvSpPr>
      <dsp:spPr>
        <a:xfrm>
          <a:off x="288958" y="88216"/>
          <a:ext cx="833977" cy="5295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Fredoka One" panose="020B0604020202020204" charset="0"/>
            </a:rPr>
            <a:t>&lt;body&gt;</a:t>
          </a:r>
          <a:endParaRPr lang="en-IN" sz="1400" kern="1200" dirty="0">
            <a:latin typeface="Fredoka One" panose="020B0604020202020204" charset="0"/>
          </a:endParaRPr>
        </a:p>
      </dsp:txBody>
      <dsp:txXfrm>
        <a:off x="304469" y="103727"/>
        <a:ext cx="802955" cy="4985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E3047-9E9D-43A8-B292-91B5D5829193}">
      <dsp:nvSpPr>
        <dsp:cNvPr id="0" name=""/>
        <dsp:cNvSpPr/>
      </dsp:nvSpPr>
      <dsp:spPr>
        <a:xfrm>
          <a:off x="238507" y="493"/>
          <a:ext cx="621116" cy="3944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53A9A2-5E03-4243-86CF-9CE351F696BA}">
      <dsp:nvSpPr>
        <dsp:cNvPr id="0" name=""/>
        <dsp:cNvSpPr/>
      </dsp:nvSpPr>
      <dsp:spPr>
        <a:xfrm>
          <a:off x="307519" y="66055"/>
          <a:ext cx="621116" cy="3944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Fredoka One" panose="020B0604020202020204" charset="0"/>
            </a:rPr>
            <a:t>&lt;h1&gt;</a:t>
          </a:r>
          <a:endParaRPr lang="en-IN" sz="1600" kern="1200" dirty="0">
            <a:latin typeface="Fredoka One" panose="020B0604020202020204" charset="0"/>
          </a:endParaRPr>
        </a:p>
      </dsp:txBody>
      <dsp:txXfrm>
        <a:off x="319071" y="77607"/>
        <a:ext cx="598012" cy="3713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E3047-9E9D-43A8-B292-91B5D5829193}">
      <dsp:nvSpPr>
        <dsp:cNvPr id="0" name=""/>
        <dsp:cNvSpPr/>
      </dsp:nvSpPr>
      <dsp:spPr>
        <a:xfrm>
          <a:off x="72645" y="434"/>
          <a:ext cx="639360" cy="4059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53A9A2-5E03-4243-86CF-9CE351F696BA}">
      <dsp:nvSpPr>
        <dsp:cNvPr id="0" name=""/>
        <dsp:cNvSpPr/>
      </dsp:nvSpPr>
      <dsp:spPr>
        <a:xfrm>
          <a:off x="143685" y="67922"/>
          <a:ext cx="639360" cy="40599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latin typeface="Fredoka One" panose="020B0604020202020204" charset="0"/>
            </a:rPr>
            <a:t>&lt;p&gt;</a:t>
          </a:r>
          <a:endParaRPr lang="en-IN" sz="1700" kern="1200" dirty="0">
            <a:latin typeface="Fredoka One" panose="020B0604020202020204" charset="0"/>
          </a:endParaRPr>
        </a:p>
      </dsp:txBody>
      <dsp:txXfrm>
        <a:off x="155576" y="79813"/>
        <a:ext cx="615578" cy="3822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a6f660f5a9_0_200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a6f660f5a9_0_200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a6f660f5a9_0_19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a6f660f5a9_0_190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ab1fd51f2b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ab1fd51f2b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a6f660f5a9_0_190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a6f660f5a9_0_190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ab1fd51f2b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ab1fd51f2b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a6f660f5a9_0_19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a6f660f5a9_0_19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a6f660f5a9_0_19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a6f660f5a9_0_19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a6f660f5a9_0_19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a6f660f5a9_0_19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ab1fd51f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ab1fd51f2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ab1fd51f2b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ab1fd51f2b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ab1fd51f2b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ab1fd51f2b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ab1fd51f2b_0_9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ab1fd51f2b_0_9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486286" y="-1137711"/>
            <a:ext cx="10924039" cy="7408261"/>
            <a:chOff x="-1486286" y="-1137711"/>
            <a:chExt cx="10924039" cy="7408261"/>
          </a:xfrm>
        </p:grpSpPr>
        <p:sp>
          <p:nvSpPr>
            <p:cNvPr id="10" name="Google Shape;10;p2"/>
            <p:cNvSpPr/>
            <p:nvPr/>
          </p:nvSpPr>
          <p:spPr>
            <a:xfrm>
              <a:off x="6107330" y="4083223"/>
              <a:ext cx="2402220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756840" y="4330475"/>
              <a:ext cx="2831422" cy="849503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4053590" y="4330475"/>
              <a:ext cx="2831422" cy="849503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69390" y="4330475"/>
              <a:ext cx="2831422" cy="849503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7684374" y="3515688"/>
              <a:ext cx="2402220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7597290" y="3715112"/>
              <a:ext cx="2831422" cy="849503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7530789" y="4384989"/>
              <a:ext cx="2831422" cy="939699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rgbClr val="FA8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1486286" y="4366551"/>
              <a:ext cx="2402220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8100000" flipH="1">
              <a:off x="-1044555" y="-261060"/>
              <a:ext cx="2831422" cy="849505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462908" y="3542789"/>
              <a:ext cx="218168" cy="220126"/>
            </a:xfrm>
            <a:custGeom>
              <a:avLst/>
              <a:gdLst/>
              <a:ahLst/>
              <a:cxnLst/>
              <a:rect l="l" t="t" r="r" b="b"/>
              <a:pathLst>
                <a:path w="1337" h="1349" extrusionOk="0">
                  <a:moveTo>
                    <a:pt x="1336" y="681"/>
                  </a:moveTo>
                  <a:cubicBezTo>
                    <a:pt x="1336" y="1047"/>
                    <a:pt x="1046" y="1349"/>
                    <a:pt x="668" y="1349"/>
                  </a:cubicBezTo>
                  <a:cubicBezTo>
                    <a:pt x="303" y="1349"/>
                    <a:pt x="1" y="1047"/>
                    <a:pt x="1" y="681"/>
                  </a:cubicBezTo>
                  <a:cubicBezTo>
                    <a:pt x="1" y="303"/>
                    <a:pt x="303" y="1"/>
                    <a:pt x="668" y="1"/>
                  </a:cubicBezTo>
                  <a:cubicBezTo>
                    <a:pt x="1046" y="1"/>
                    <a:pt x="1336" y="303"/>
                    <a:pt x="1336" y="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219589" y="2367116"/>
              <a:ext cx="407291" cy="409249"/>
            </a:xfrm>
            <a:custGeom>
              <a:avLst/>
              <a:gdLst/>
              <a:ahLst/>
              <a:cxnLst/>
              <a:rect l="l" t="t" r="r" b="b"/>
              <a:pathLst>
                <a:path w="2496" h="2508" extrusionOk="0">
                  <a:moveTo>
                    <a:pt x="1248" y="0"/>
                  </a:moveTo>
                  <a:cubicBezTo>
                    <a:pt x="555" y="0"/>
                    <a:pt x="1" y="555"/>
                    <a:pt x="1" y="1248"/>
                  </a:cubicBezTo>
                  <a:cubicBezTo>
                    <a:pt x="1" y="1941"/>
                    <a:pt x="555" y="2508"/>
                    <a:pt x="1248" y="2508"/>
                  </a:cubicBezTo>
                  <a:cubicBezTo>
                    <a:pt x="1941" y="2508"/>
                    <a:pt x="2496" y="1941"/>
                    <a:pt x="2496" y="1248"/>
                  </a:cubicBezTo>
                  <a:cubicBezTo>
                    <a:pt x="2496" y="555"/>
                    <a:pt x="1941" y="0"/>
                    <a:pt x="12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571922" y="329097"/>
              <a:ext cx="148165" cy="117325"/>
            </a:xfrm>
            <a:custGeom>
              <a:avLst/>
              <a:gdLst/>
              <a:ahLst/>
              <a:cxnLst/>
              <a:rect l="l" t="t" r="r" b="b"/>
              <a:pathLst>
                <a:path w="908" h="719" extrusionOk="0">
                  <a:moveTo>
                    <a:pt x="694" y="139"/>
                  </a:moveTo>
                  <a:cubicBezTo>
                    <a:pt x="908" y="353"/>
                    <a:pt x="757" y="719"/>
                    <a:pt x="454" y="719"/>
                  </a:cubicBezTo>
                  <a:cubicBezTo>
                    <a:pt x="152" y="719"/>
                    <a:pt x="1" y="353"/>
                    <a:pt x="215" y="139"/>
                  </a:cubicBezTo>
                  <a:cubicBezTo>
                    <a:pt x="341" y="1"/>
                    <a:pt x="555" y="1"/>
                    <a:pt x="694" y="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30334" y="446419"/>
              <a:ext cx="187328" cy="187165"/>
            </a:xfrm>
            <a:custGeom>
              <a:avLst/>
              <a:gdLst/>
              <a:ahLst/>
              <a:cxnLst/>
              <a:rect l="l" t="t" r="r" b="b"/>
              <a:pathLst>
                <a:path w="1148" h="1147" extrusionOk="0">
                  <a:moveTo>
                    <a:pt x="568" y="0"/>
                  </a:moveTo>
                  <a:cubicBezTo>
                    <a:pt x="253" y="0"/>
                    <a:pt x="1" y="252"/>
                    <a:pt x="1" y="567"/>
                  </a:cubicBezTo>
                  <a:cubicBezTo>
                    <a:pt x="1" y="882"/>
                    <a:pt x="253" y="1147"/>
                    <a:pt x="568" y="1147"/>
                  </a:cubicBezTo>
                  <a:cubicBezTo>
                    <a:pt x="883" y="1147"/>
                    <a:pt x="1148" y="882"/>
                    <a:pt x="1148" y="567"/>
                  </a:cubicBezTo>
                  <a:cubicBezTo>
                    <a:pt x="1148" y="252"/>
                    <a:pt x="883" y="0"/>
                    <a:pt x="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810350" y="540000"/>
            <a:ext cx="4016400" cy="31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810350" y="3643500"/>
            <a:ext cx="3934200" cy="11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3"/>
          <p:cNvGrpSpPr/>
          <p:nvPr/>
        </p:nvGrpSpPr>
        <p:grpSpPr>
          <a:xfrm>
            <a:off x="-1092262" y="-1368569"/>
            <a:ext cx="11489305" cy="6530495"/>
            <a:chOff x="-1092262" y="-1368569"/>
            <a:chExt cx="11489305" cy="6530495"/>
          </a:xfrm>
        </p:grpSpPr>
        <p:sp>
          <p:nvSpPr>
            <p:cNvPr id="27" name="Google Shape;27;p3"/>
            <p:cNvSpPr/>
            <p:nvPr/>
          </p:nvSpPr>
          <p:spPr>
            <a:xfrm rot="-7632071" flipH="1">
              <a:off x="8080791" y="201543"/>
              <a:ext cx="2402224" cy="976573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7632054" flipH="1">
              <a:off x="7434381" y="-408864"/>
              <a:ext cx="2831437" cy="849506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9000012" flipH="1">
              <a:off x="-1047006" y="219983"/>
              <a:ext cx="2831419" cy="939698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6766141" y="4185355"/>
              <a:ext cx="2402220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753650" y="4312423"/>
              <a:ext cx="2831422" cy="849503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9165273" flipH="1">
              <a:off x="-929310" y="-386288"/>
              <a:ext cx="2831414" cy="939706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1342238" y="4185355"/>
              <a:ext cx="2402220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-683252" y="4222227"/>
              <a:ext cx="2831422" cy="939699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rgbClr val="FA8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3"/>
          <p:cNvSpPr txBox="1">
            <a:spLocks noGrp="1"/>
          </p:cNvSpPr>
          <p:nvPr>
            <p:ph type="subTitle" idx="1"/>
          </p:nvPr>
        </p:nvSpPr>
        <p:spPr>
          <a:xfrm>
            <a:off x="730800" y="2275002"/>
            <a:ext cx="7682400" cy="9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5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2"/>
          </p:nvPr>
        </p:nvSpPr>
        <p:spPr>
          <a:xfrm>
            <a:off x="2646000" y="3258563"/>
            <a:ext cx="3852000" cy="8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7" name="Google Shape;37;p3"/>
          <p:cNvGrpSpPr/>
          <p:nvPr/>
        </p:nvGrpSpPr>
        <p:grpSpPr>
          <a:xfrm>
            <a:off x="239363" y="429922"/>
            <a:ext cx="8686346" cy="4558931"/>
            <a:chOff x="239363" y="429922"/>
            <a:chExt cx="8686346" cy="4558931"/>
          </a:xfrm>
        </p:grpSpPr>
        <p:sp>
          <p:nvSpPr>
            <p:cNvPr id="38" name="Google Shape;38;p3"/>
            <p:cNvSpPr/>
            <p:nvPr/>
          </p:nvSpPr>
          <p:spPr>
            <a:xfrm>
              <a:off x="8314920" y="429926"/>
              <a:ext cx="218168" cy="220126"/>
            </a:xfrm>
            <a:custGeom>
              <a:avLst/>
              <a:gdLst/>
              <a:ahLst/>
              <a:cxnLst/>
              <a:rect l="l" t="t" r="r" b="b"/>
              <a:pathLst>
                <a:path w="1337" h="1349" extrusionOk="0">
                  <a:moveTo>
                    <a:pt x="1336" y="681"/>
                  </a:moveTo>
                  <a:cubicBezTo>
                    <a:pt x="1336" y="1047"/>
                    <a:pt x="1046" y="1349"/>
                    <a:pt x="668" y="1349"/>
                  </a:cubicBezTo>
                  <a:cubicBezTo>
                    <a:pt x="303" y="1349"/>
                    <a:pt x="1" y="1047"/>
                    <a:pt x="1" y="681"/>
                  </a:cubicBezTo>
                  <a:cubicBezTo>
                    <a:pt x="1" y="303"/>
                    <a:pt x="303" y="1"/>
                    <a:pt x="668" y="1"/>
                  </a:cubicBezTo>
                  <a:cubicBezTo>
                    <a:pt x="1046" y="1"/>
                    <a:pt x="1336" y="303"/>
                    <a:pt x="1336" y="6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8775423" y="2694078"/>
              <a:ext cx="150286" cy="117325"/>
            </a:xfrm>
            <a:custGeom>
              <a:avLst/>
              <a:gdLst/>
              <a:ahLst/>
              <a:cxnLst/>
              <a:rect l="l" t="t" r="r" b="b"/>
              <a:pathLst>
                <a:path w="921" h="719" extrusionOk="0">
                  <a:moveTo>
                    <a:pt x="706" y="139"/>
                  </a:moveTo>
                  <a:cubicBezTo>
                    <a:pt x="921" y="353"/>
                    <a:pt x="769" y="719"/>
                    <a:pt x="467" y="719"/>
                  </a:cubicBezTo>
                  <a:cubicBezTo>
                    <a:pt x="152" y="719"/>
                    <a:pt x="1" y="353"/>
                    <a:pt x="215" y="139"/>
                  </a:cubicBezTo>
                  <a:cubicBezTo>
                    <a:pt x="354" y="1"/>
                    <a:pt x="568" y="1"/>
                    <a:pt x="706" y="1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5436275" y="4791245"/>
              <a:ext cx="197445" cy="197608"/>
            </a:xfrm>
            <a:custGeom>
              <a:avLst/>
              <a:gdLst/>
              <a:ahLst/>
              <a:cxnLst/>
              <a:rect l="l" t="t" r="r" b="b"/>
              <a:pathLst>
                <a:path w="1210" h="1211" extrusionOk="0">
                  <a:moveTo>
                    <a:pt x="1210" y="606"/>
                  </a:moveTo>
                  <a:cubicBezTo>
                    <a:pt x="1210" y="946"/>
                    <a:pt x="945" y="1210"/>
                    <a:pt x="605" y="1210"/>
                  </a:cubicBezTo>
                  <a:cubicBezTo>
                    <a:pt x="278" y="1210"/>
                    <a:pt x="0" y="946"/>
                    <a:pt x="0" y="606"/>
                  </a:cubicBezTo>
                  <a:cubicBezTo>
                    <a:pt x="0" y="278"/>
                    <a:pt x="278" y="1"/>
                    <a:pt x="605" y="1"/>
                  </a:cubicBezTo>
                  <a:cubicBezTo>
                    <a:pt x="945" y="1"/>
                    <a:pt x="1210" y="278"/>
                    <a:pt x="1210" y="60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239363" y="3210454"/>
              <a:ext cx="255046" cy="255210"/>
            </a:xfrm>
            <a:custGeom>
              <a:avLst/>
              <a:gdLst/>
              <a:ahLst/>
              <a:cxnLst/>
              <a:rect l="l" t="t" r="r" b="b"/>
              <a:pathLst>
                <a:path w="1563" h="1564" extrusionOk="0">
                  <a:moveTo>
                    <a:pt x="781" y="1"/>
                  </a:moveTo>
                  <a:cubicBezTo>
                    <a:pt x="353" y="1"/>
                    <a:pt x="0" y="354"/>
                    <a:pt x="0" y="782"/>
                  </a:cubicBezTo>
                  <a:cubicBezTo>
                    <a:pt x="0" y="1210"/>
                    <a:pt x="353" y="1563"/>
                    <a:pt x="781" y="1563"/>
                  </a:cubicBezTo>
                  <a:cubicBezTo>
                    <a:pt x="1210" y="1563"/>
                    <a:pt x="1563" y="1210"/>
                    <a:pt x="1563" y="782"/>
                  </a:cubicBezTo>
                  <a:cubicBezTo>
                    <a:pt x="1563" y="354"/>
                    <a:pt x="1210" y="1"/>
                    <a:pt x="7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598951" y="429922"/>
              <a:ext cx="80447" cy="82405"/>
            </a:xfrm>
            <a:custGeom>
              <a:avLst/>
              <a:gdLst/>
              <a:ahLst/>
              <a:cxnLst/>
              <a:rect l="l" t="t" r="r" b="b"/>
              <a:pathLst>
                <a:path w="493" h="505" extrusionOk="0">
                  <a:moveTo>
                    <a:pt x="253" y="1"/>
                  </a:moveTo>
                  <a:cubicBezTo>
                    <a:pt x="114" y="1"/>
                    <a:pt x="1" y="114"/>
                    <a:pt x="1" y="253"/>
                  </a:cubicBezTo>
                  <a:cubicBezTo>
                    <a:pt x="1" y="391"/>
                    <a:pt x="114" y="505"/>
                    <a:pt x="253" y="505"/>
                  </a:cubicBezTo>
                  <a:cubicBezTo>
                    <a:pt x="392" y="505"/>
                    <a:pt x="492" y="391"/>
                    <a:pt x="492" y="253"/>
                  </a:cubicBezTo>
                  <a:cubicBezTo>
                    <a:pt x="492" y="114"/>
                    <a:pt x="392" y="1"/>
                    <a:pt x="2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43;p3"/>
          <p:cNvSpPr txBox="1">
            <a:spLocks noGrp="1"/>
          </p:cNvSpPr>
          <p:nvPr>
            <p:ph type="title" hasCustomPrompt="1"/>
          </p:nvPr>
        </p:nvSpPr>
        <p:spPr>
          <a:xfrm>
            <a:off x="1683000" y="708422"/>
            <a:ext cx="5778000" cy="169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None/>
              <a:defRPr sz="12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669750" y="367404"/>
            <a:ext cx="780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612844" y="971649"/>
            <a:ext cx="77040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200"/>
              <a:buAutoNum type="alphaLcPeriod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200"/>
              <a:buAutoNum type="romanLcPeriod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200"/>
              <a:buAutoNum type="arabicPeriod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200"/>
              <a:buAutoNum type="alphaLcPeriod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200"/>
              <a:buAutoNum type="romanLcPeriod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200"/>
              <a:buAutoNum type="arabicPeriod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200"/>
              <a:buAutoNum type="alphaLcPeriod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262626"/>
              </a:buClr>
              <a:buSzPts val="12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47" name="Google Shape;47;p4"/>
          <p:cNvGrpSpPr/>
          <p:nvPr/>
        </p:nvGrpSpPr>
        <p:grpSpPr>
          <a:xfrm>
            <a:off x="-289714" y="-11"/>
            <a:ext cx="8997346" cy="4912120"/>
            <a:chOff x="-289714" y="-11"/>
            <a:chExt cx="8997346" cy="4912120"/>
          </a:xfrm>
        </p:grpSpPr>
        <p:sp>
          <p:nvSpPr>
            <p:cNvPr id="48" name="Google Shape;48;p4"/>
            <p:cNvSpPr/>
            <p:nvPr/>
          </p:nvSpPr>
          <p:spPr>
            <a:xfrm>
              <a:off x="273595" y="-11"/>
              <a:ext cx="218168" cy="220126"/>
            </a:xfrm>
            <a:custGeom>
              <a:avLst/>
              <a:gdLst/>
              <a:ahLst/>
              <a:cxnLst/>
              <a:rect l="l" t="t" r="r" b="b"/>
              <a:pathLst>
                <a:path w="1337" h="1349" extrusionOk="0">
                  <a:moveTo>
                    <a:pt x="1336" y="681"/>
                  </a:moveTo>
                  <a:cubicBezTo>
                    <a:pt x="1336" y="1047"/>
                    <a:pt x="1046" y="1349"/>
                    <a:pt x="668" y="1349"/>
                  </a:cubicBezTo>
                  <a:cubicBezTo>
                    <a:pt x="303" y="1349"/>
                    <a:pt x="1" y="1047"/>
                    <a:pt x="1" y="681"/>
                  </a:cubicBezTo>
                  <a:cubicBezTo>
                    <a:pt x="1" y="303"/>
                    <a:pt x="303" y="1"/>
                    <a:pt x="668" y="1"/>
                  </a:cubicBezTo>
                  <a:cubicBezTo>
                    <a:pt x="1046" y="1"/>
                    <a:pt x="1336" y="303"/>
                    <a:pt x="1336" y="6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4698223" y="51403"/>
              <a:ext cx="150286" cy="117325"/>
            </a:xfrm>
            <a:custGeom>
              <a:avLst/>
              <a:gdLst/>
              <a:ahLst/>
              <a:cxnLst/>
              <a:rect l="l" t="t" r="r" b="b"/>
              <a:pathLst>
                <a:path w="921" h="719" extrusionOk="0">
                  <a:moveTo>
                    <a:pt x="706" y="139"/>
                  </a:moveTo>
                  <a:cubicBezTo>
                    <a:pt x="921" y="353"/>
                    <a:pt x="769" y="719"/>
                    <a:pt x="467" y="719"/>
                  </a:cubicBezTo>
                  <a:cubicBezTo>
                    <a:pt x="152" y="719"/>
                    <a:pt x="1" y="353"/>
                    <a:pt x="215" y="139"/>
                  </a:cubicBezTo>
                  <a:cubicBezTo>
                    <a:pt x="354" y="1"/>
                    <a:pt x="568" y="1"/>
                    <a:pt x="706" y="1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5830048" y="2783328"/>
              <a:ext cx="148165" cy="117325"/>
            </a:xfrm>
            <a:custGeom>
              <a:avLst/>
              <a:gdLst/>
              <a:ahLst/>
              <a:cxnLst/>
              <a:rect l="l" t="t" r="r" b="b"/>
              <a:pathLst>
                <a:path w="908" h="719" extrusionOk="0">
                  <a:moveTo>
                    <a:pt x="693" y="139"/>
                  </a:moveTo>
                  <a:cubicBezTo>
                    <a:pt x="907" y="353"/>
                    <a:pt x="756" y="718"/>
                    <a:pt x="454" y="718"/>
                  </a:cubicBezTo>
                  <a:cubicBezTo>
                    <a:pt x="151" y="718"/>
                    <a:pt x="0" y="353"/>
                    <a:pt x="214" y="139"/>
                  </a:cubicBezTo>
                  <a:cubicBezTo>
                    <a:pt x="340" y="0"/>
                    <a:pt x="554" y="0"/>
                    <a:pt x="693" y="1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-289714" y="2560266"/>
              <a:ext cx="407291" cy="409249"/>
            </a:xfrm>
            <a:custGeom>
              <a:avLst/>
              <a:gdLst/>
              <a:ahLst/>
              <a:cxnLst/>
              <a:rect l="l" t="t" r="r" b="b"/>
              <a:pathLst>
                <a:path w="2496" h="2508" extrusionOk="0">
                  <a:moveTo>
                    <a:pt x="1248" y="0"/>
                  </a:moveTo>
                  <a:cubicBezTo>
                    <a:pt x="555" y="0"/>
                    <a:pt x="1" y="555"/>
                    <a:pt x="1" y="1248"/>
                  </a:cubicBezTo>
                  <a:cubicBezTo>
                    <a:pt x="1" y="1941"/>
                    <a:pt x="555" y="2508"/>
                    <a:pt x="1248" y="2508"/>
                  </a:cubicBezTo>
                  <a:cubicBezTo>
                    <a:pt x="1941" y="2508"/>
                    <a:pt x="2496" y="1941"/>
                    <a:pt x="2496" y="1248"/>
                  </a:cubicBezTo>
                  <a:cubicBezTo>
                    <a:pt x="2496" y="555"/>
                    <a:pt x="1941" y="0"/>
                    <a:pt x="12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308609" y="4794784"/>
              <a:ext cx="148165" cy="117325"/>
            </a:xfrm>
            <a:custGeom>
              <a:avLst/>
              <a:gdLst/>
              <a:ahLst/>
              <a:cxnLst/>
              <a:rect l="l" t="t" r="r" b="b"/>
              <a:pathLst>
                <a:path w="908" h="719" extrusionOk="0">
                  <a:moveTo>
                    <a:pt x="694" y="139"/>
                  </a:moveTo>
                  <a:cubicBezTo>
                    <a:pt x="908" y="353"/>
                    <a:pt x="757" y="719"/>
                    <a:pt x="454" y="719"/>
                  </a:cubicBezTo>
                  <a:cubicBezTo>
                    <a:pt x="152" y="719"/>
                    <a:pt x="1" y="353"/>
                    <a:pt x="215" y="139"/>
                  </a:cubicBezTo>
                  <a:cubicBezTo>
                    <a:pt x="341" y="1"/>
                    <a:pt x="555" y="1"/>
                    <a:pt x="694" y="1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510188" y="3512957"/>
              <a:ext cx="197445" cy="197608"/>
            </a:xfrm>
            <a:custGeom>
              <a:avLst/>
              <a:gdLst/>
              <a:ahLst/>
              <a:cxnLst/>
              <a:rect l="l" t="t" r="r" b="b"/>
              <a:pathLst>
                <a:path w="1210" h="1211" extrusionOk="0">
                  <a:moveTo>
                    <a:pt x="1210" y="606"/>
                  </a:moveTo>
                  <a:cubicBezTo>
                    <a:pt x="1210" y="946"/>
                    <a:pt x="945" y="1210"/>
                    <a:pt x="605" y="1210"/>
                  </a:cubicBezTo>
                  <a:cubicBezTo>
                    <a:pt x="278" y="1210"/>
                    <a:pt x="0" y="946"/>
                    <a:pt x="0" y="606"/>
                  </a:cubicBezTo>
                  <a:cubicBezTo>
                    <a:pt x="0" y="278"/>
                    <a:pt x="278" y="1"/>
                    <a:pt x="605" y="1"/>
                  </a:cubicBezTo>
                  <a:cubicBezTo>
                    <a:pt x="945" y="1"/>
                    <a:pt x="1210" y="278"/>
                    <a:pt x="1210" y="60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8168950" y="668004"/>
              <a:ext cx="255046" cy="255210"/>
            </a:xfrm>
            <a:custGeom>
              <a:avLst/>
              <a:gdLst/>
              <a:ahLst/>
              <a:cxnLst/>
              <a:rect l="l" t="t" r="r" b="b"/>
              <a:pathLst>
                <a:path w="1563" h="1564" extrusionOk="0">
                  <a:moveTo>
                    <a:pt x="781" y="1"/>
                  </a:moveTo>
                  <a:cubicBezTo>
                    <a:pt x="353" y="1"/>
                    <a:pt x="0" y="354"/>
                    <a:pt x="0" y="782"/>
                  </a:cubicBezTo>
                  <a:cubicBezTo>
                    <a:pt x="0" y="1210"/>
                    <a:pt x="353" y="1563"/>
                    <a:pt x="781" y="1563"/>
                  </a:cubicBezTo>
                  <a:cubicBezTo>
                    <a:pt x="1210" y="1563"/>
                    <a:pt x="1563" y="1210"/>
                    <a:pt x="1563" y="782"/>
                  </a:cubicBezTo>
                  <a:cubicBezTo>
                    <a:pt x="1563" y="354"/>
                    <a:pt x="1210" y="1"/>
                    <a:pt x="7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7394426" y="4712360"/>
              <a:ext cx="80447" cy="82405"/>
            </a:xfrm>
            <a:custGeom>
              <a:avLst/>
              <a:gdLst/>
              <a:ahLst/>
              <a:cxnLst/>
              <a:rect l="l" t="t" r="r" b="b"/>
              <a:pathLst>
                <a:path w="493" h="505" extrusionOk="0">
                  <a:moveTo>
                    <a:pt x="253" y="1"/>
                  </a:moveTo>
                  <a:cubicBezTo>
                    <a:pt x="114" y="1"/>
                    <a:pt x="1" y="114"/>
                    <a:pt x="1" y="253"/>
                  </a:cubicBezTo>
                  <a:cubicBezTo>
                    <a:pt x="1" y="391"/>
                    <a:pt x="114" y="505"/>
                    <a:pt x="253" y="505"/>
                  </a:cubicBezTo>
                  <a:cubicBezTo>
                    <a:pt x="392" y="505"/>
                    <a:pt x="492" y="391"/>
                    <a:pt x="492" y="253"/>
                  </a:cubicBezTo>
                  <a:cubicBezTo>
                    <a:pt x="492" y="114"/>
                    <a:pt x="392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-281301" y="268301"/>
            <a:ext cx="2666155" cy="1069537"/>
          </a:xfrm>
          <a:custGeom>
            <a:avLst/>
            <a:gdLst/>
            <a:ahLst/>
            <a:cxnLst/>
            <a:rect l="l" t="t" r="r" b="b"/>
            <a:pathLst>
              <a:path w="7291" h="2964" extrusionOk="0">
                <a:moveTo>
                  <a:pt x="4075" y="0"/>
                </a:moveTo>
                <a:cubicBezTo>
                  <a:pt x="4016" y="0"/>
                  <a:pt x="3956" y="3"/>
                  <a:pt x="3893" y="9"/>
                </a:cubicBezTo>
                <a:cubicBezTo>
                  <a:pt x="2536" y="142"/>
                  <a:pt x="2910" y="1489"/>
                  <a:pt x="2910" y="1489"/>
                </a:cubicBezTo>
                <a:cubicBezTo>
                  <a:pt x="2810" y="1438"/>
                  <a:pt x="2708" y="1416"/>
                  <a:pt x="2608" y="1416"/>
                </a:cubicBezTo>
                <a:cubicBezTo>
                  <a:pt x="2181" y="1416"/>
                  <a:pt x="1799" y="1825"/>
                  <a:pt x="1824" y="2190"/>
                </a:cubicBezTo>
                <a:cubicBezTo>
                  <a:pt x="1839" y="2463"/>
                  <a:pt x="1669" y="2532"/>
                  <a:pt x="1406" y="2532"/>
                </a:cubicBezTo>
                <a:cubicBezTo>
                  <a:pt x="1235" y="2532"/>
                  <a:pt x="1024" y="2503"/>
                  <a:pt x="800" y="2482"/>
                </a:cubicBezTo>
                <a:cubicBezTo>
                  <a:pt x="773" y="2480"/>
                  <a:pt x="748" y="2479"/>
                  <a:pt x="723" y="2479"/>
                </a:cubicBezTo>
                <a:cubicBezTo>
                  <a:pt x="206" y="2479"/>
                  <a:pt x="1" y="2964"/>
                  <a:pt x="1" y="2964"/>
                </a:cubicBezTo>
                <a:lnTo>
                  <a:pt x="7201" y="2964"/>
                </a:lnTo>
                <a:cubicBezTo>
                  <a:pt x="7290" y="2044"/>
                  <a:pt x="6609" y="1801"/>
                  <a:pt x="6121" y="1801"/>
                </a:cubicBezTo>
                <a:cubicBezTo>
                  <a:pt x="5935" y="1801"/>
                  <a:pt x="5777" y="1837"/>
                  <a:pt x="5701" y="1883"/>
                </a:cubicBezTo>
                <a:cubicBezTo>
                  <a:pt x="5559" y="1973"/>
                  <a:pt x="5364" y="2069"/>
                  <a:pt x="5258" y="2069"/>
                </a:cubicBezTo>
                <a:cubicBezTo>
                  <a:pt x="5158" y="2069"/>
                  <a:pt x="5138" y="1983"/>
                  <a:pt x="5317" y="1724"/>
                </a:cubicBezTo>
                <a:cubicBezTo>
                  <a:pt x="5668" y="1216"/>
                  <a:pt x="5289" y="0"/>
                  <a:pt x="40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6414223" y="4208993"/>
            <a:ext cx="4019541" cy="1205974"/>
          </a:xfrm>
          <a:custGeom>
            <a:avLst/>
            <a:gdLst/>
            <a:ahLst/>
            <a:cxnLst/>
            <a:rect l="l" t="t" r="r" b="b"/>
            <a:pathLst>
              <a:path w="8056" h="2417" extrusionOk="0">
                <a:moveTo>
                  <a:pt x="2839" y="1"/>
                </a:moveTo>
                <a:cubicBezTo>
                  <a:pt x="2802" y="1"/>
                  <a:pt x="2764" y="2"/>
                  <a:pt x="2725" y="5"/>
                </a:cubicBezTo>
                <a:cubicBezTo>
                  <a:pt x="1460" y="82"/>
                  <a:pt x="1142" y="1208"/>
                  <a:pt x="1204" y="1603"/>
                </a:cubicBezTo>
                <a:cubicBezTo>
                  <a:pt x="1249" y="1923"/>
                  <a:pt x="1169" y="2062"/>
                  <a:pt x="942" y="2062"/>
                </a:cubicBezTo>
                <a:cubicBezTo>
                  <a:pt x="886" y="2062"/>
                  <a:pt x="821" y="2054"/>
                  <a:pt x="748" y="2038"/>
                </a:cubicBezTo>
                <a:cubicBezTo>
                  <a:pt x="719" y="2032"/>
                  <a:pt x="690" y="2029"/>
                  <a:pt x="661" y="2029"/>
                </a:cubicBezTo>
                <a:cubicBezTo>
                  <a:pt x="318" y="2029"/>
                  <a:pt x="0" y="2417"/>
                  <a:pt x="0" y="2417"/>
                </a:cubicBezTo>
                <a:lnTo>
                  <a:pt x="8056" y="2417"/>
                </a:lnTo>
                <a:cubicBezTo>
                  <a:pt x="7838" y="1932"/>
                  <a:pt x="7426" y="1808"/>
                  <a:pt x="7041" y="1808"/>
                </a:cubicBezTo>
                <a:cubicBezTo>
                  <a:pt x="6657" y="1808"/>
                  <a:pt x="6299" y="1930"/>
                  <a:pt x="6181" y="1941"/>
                </a:cubicBezTo>
                <a:cubicBezTo>
                  <a:pt x="6178" y="1941"/>
                  <a:pt x="6176" y="1941"/>
                  <a:pt x="6173" y="1941"/>
                </a:cubicBezTo>
                <a:cubicBezTo>
                  <a:pt x="5948" y="1941"/>
                  <a:pt x="6208" y="1148"/>
                  <a:pt x="5470" y="834"/>
                </a:cubicBezTo>
                <a:cubicBezTo>
                  <a:pt x="5329" y="775"/>
                  <a:pt x="5196" y="751"/>
                  <a:pt x="5073" y="751"/>
                </a:cubicBezTo>
                <a:cubicBezTo>
                  <a:pt x="4536" y="751"/>
                  <a:pt x="4184" y="1208"/>
                  <a:pt x="4184" y="1208"/>
                </a:cubicBezTo>
                <a:cubicBezTo>
                  <a:pt x="4184" y="1208"/>
                  <a:pt x="4001" y="1"/>
                  <a:pt x="2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4572009" y="120488"/>
            <a:ext cx="218168" cy="218168"/>
          </a:xfrm>
          <a:custGeom>
            <a:avLst/>
            <a:gdLst/>
            <a:ahLst/>
            <a:cxnLst/>
            <a:rect l="l" t="t" r="r" b="b"/>
            <a:pathLst>
              <a:path w="1337" h="1337" extrusionOk="0">
                <a:moveTo>
                  <a:pt x="1336" y="669"/>
                </a:moveTo>
                <a:cubicBezTo>
                  <a:pt x="1336" y="1034"/>
                  <a:pt x="1046" y="1337"/>
                  <a:pt x="668" y="1337"/>
                </a:cubicBezTo>
                <a:cubicBezTo>
                  <a:pt x="303" y="1337"/>
                  <a:pt x="0" y="1034"/>
                  <a:pt x="0" y="669"/>
                </a:cubicBezTo>
                <a:cubicBezTo>
                  <a:pt x="0" y="291"/>
                  <a:pt x="303" y="1"/>
                  <a:pt x="668" y="1"/>
                </a:cubicBezTo>
                <a:cubicBezTo>
                  <a:pt x="1046" y="1"/>
                  <a:pt x="1336" y="291"/>
                  <a:pt x="1336" y="6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8351956" y="469020"/>
            <a:ext cx="144086" cy="141964"/>
          </a:xfrm>
          <a:custGeom>
            <a:avLst/>
            <a:gdLst/>
            <a:ahLst/>
            <a:cxnLst/>
            <a:rect l="l" t="t" r="r" b="b"/>
            <a:pathLst>
              <a:path w="883" h="870" extrusionOk="0">
                <a:moveTo>
                  <a:pt x="882" y="428"/>
                </a:moveTo>
                <a:cubicBezTo>
                  <a:pt x="882" y="680"/>
                  <a:pt x="693" y="869"/>
                  <a:pt x="441" y="869"/>
                </a:cubicBezTo>
                <a:cubicBezTo>
                  <a:pt x="202" y="869"/>
                  <a:pt x="0" y="680"/>
                  <a:pt x="0" y="428"/>
                </a:cubicBezTo>
                <a:cubicBezTo>
                  <a:pt x="0" y="189"/>
                  <a:pt x="202" y="0"/>
                  <a:pt x="441" y="0"/>
                </a:cubicBezTo>
                <a:cubicBezTo>
                  <a:pt x="693" y="0"/>
                  <a:pt x="882" y="189"/>
                  <a:pt x="882" y="42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1010576" y="4137852"/>
            <a:ext cx="255210" cy="255210"/>
          </a:xfrm>
          <a:custGeom>
            <a:avLst/>
            <a:gdLst/>
            <a:ahLst/>
            <a:cxnLst/>
            <a:rect l="l" t="t" r="r" b="b"/>
            <a:pathLst>
              <a:path w="1564" h="1564" extrusionOk="0">
                <a:moveTo>
                  <a:pt x="782" y="1"/>
                </a:moveTo>
                <a:cubicBezTo>
                  <a:pt x="341" y="1"/>
                  <a:pt x="1" y="353"/>
                  <a:pt x="1" y="782"/>
                </a:cubicBezTo>
                <a:cubicBezTo>
                  <a:pt x="1" y="1210"/>
                  <a:pt x="341" y="1563"/>
                  <a:pt x="782" y="1563"/>
                </a:cubicBezTo>
                <a:cubicBezTo>
                  <a:pt x="1210" y="1563"/>
                  <a:pt x="1563" y="1210"/>
                  <a:pt x="1563" y="782"/>
                </a:cubicBezTo>
                <a:cubicBezTo>
                  <a:pt x="1563" y="353"/>
                  <a:pt x="1210" y="1"/>
                  <a:pt x="78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8236672" y="2936357"/>
            <a:ext cx="187328" cy="187165"/>
          </a:xfrm>
          <a:custGeom>
            <a:avLst/>
            <a:gdLst/>
            <a:ahLst/>
            <a:cxnLst/>
            <a:rect l="l" t="t" r="r" b="b"/>
            <a:pathLst>
              <a:path w="1148" h="1147" extrusionOk="0">
                <a:moveTo>
                  <a:pt x="568" y="0"/>
                </a:moveTo>
                <a:cubicBezTo>
                  <a:pt x="253" y="0"/>
                  <a:pt x="1" y="252"/>
                  <a:pt x="1" y="567"/>
                </a:cubicBezTo>
                <a:cubicBezTo>
                  <a:pt x="1" y="882"/>
                  <a:pt x="253" y="1147"/>
                  <a:pt x="568" y="1147"/>
                </a:cubicBezTo>
                <a:cubicBezTo>
                  <a:pt x="883" y="1147"/>
                  <a:pt x="1148" y="882"/>
                  <a:pt x="1148" y="567"/>
                </a:cubicBezTo>
                <a:cubicBezTo>
                  <a:pt x="1148" y="252"/>
                  <a:pt x="883" y="0"/>
                  <a:pt x="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3618146" y="4745160"/>
            <a:ext cx="94806" cy="81426"/>
          </a:xfrm>
          <a:custGeom>
            <a:avLst/>
            <a:gdLst/>
            <a:ahLst/>
            <a:cxnLst/>
            <a:rect l="l" t="t" r="r" b="b"/>
            <a:pathLst>
              <a:path w="581" h="499" extrusionOk="0">
                <a:moveTo>
                  <a:pt x="328" y="1"/>
                </a:moveTo>
                <a:cubicBezTo>
                  <a:pt x="114" y="1"/>
                  <a:pt x="1" y="265"/>
                  <a:pt x="152" y="429"/>
                </a:cubicBezTo>
                <a:cubicBezTo>
                  <a:pt x="204" y="477"/>
                  <a:pt x="266" y="498"/>
                  <a:pt x="326" y="498"/>
                </a:cubicBezTo>
                <a:cubicBezTo>
                  <a:pt x="457" y="498"/>
                  <a:pt x="580" y="399"/>
                  <a:pt x="580" y="253"/>
                </a:cubicBezTo>
                <a:cubicBezTo>
                  <a:pt x="580" y="114"/>
                  <a:pt x="467" y="1"/>
                  <a:pt x="3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1010564" y="2043601"/>
            <a:ext cx="82405" cy="82405"/>
          </a:xfrm>
          <a:custGeom>
            <a:avLst/>
            <a:gdLst/>
            <a:ahLst/>
            <a:cxnLst/>
            <a:rect l="l" t="t" r="r" b="b"/>
            <a:pathLst>
              <a:path w="505" h="505" extrusionOk="0">
                <a:moveTo>
                  <a:pt x="253" y="1"/>
                </a:moveTo>
                <a:cubicBezTo>
                  <a:pt x="114" y="1"/>
                  <a:pt x="1" y="114"/>
                  <a:pt x="1" y="253"/>
                </a:cubicBezTo>
                <a:cubicBezTo>
                  <a:pt x="1" y="391"/>
                  <a:pt x="114" y="505"/>
                  <a:pt x="253" y="505"/>
                </a:cubicBezTo>
                <a:cubicBezTo>
                  <a:pt x="391" y="505"/>
                  <a:pt x="505" y="391"/>
                  <a:pt x="505" y="253"/>
                </a:cubicBezTo>
                <a:cubicBezTo>
                  <a:pt x="505" y="114"/>
                  <a:pt x="391" y="1"/>
                  <a:pt x="2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7"/>
          <p:cNvSpPr txBox="1">
            <a:spLocks noGrp="1"/>
          </p:cNvSpPr>
          <p:nvPr>
            <p:ph type="title"/>
          </p:nvPr>
        </p:nvSpPr>
        <p:spPr>
          <a:xfrm>
            <a:off x="720000" y="1779655"/>
            <a:ext cx="34650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body" idx="1"/>
          </p:nvPr>
        </p:nvSpPr>
        <p:spPr>
          <a:xfrm>
            <a:off x="1049025" y="2337350"/>
            <a:ext cx="2806800" cy="10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>
            <a:spLocks noGrp="1"/>
          </p:cNvSpPr>
          <p:nvPr>
            <p:ph type="title"/>
          </p:nvPr>
        </p:nvSpPr>
        <p:spPr>
          <a:xfrm>
            <a:off x="720600" y="1246468"/>
            <a:ext cx="3849600" cy="136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3" name="Google Shape;113;p9"/>
          <p:cNvSpPr txBox="1">
            <a:spLocks noGrp="1"/>
          </p:cNvSpPr>
          <p:nvPr>
            <p:ph type="subTitle" idx="1"/>
          </p:nvPr>
        </p:nvSpPr>
        <p:spPr>
          <a:xfrm>
            <a:off x="720600" y="2246388"/>
            <a:ext cx="3849600" cy="16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14" name="Google Shape;114;p9"/>
          <p:cNvGrpSpPr/>
          <p:nvPr/>
        </p:nvGrpSpPr>
        <p:grpSpPr>
          <a:xfrm>
            <a:off x="-809109" y="335366"/>
            <a:ext cx="9954619" cy="5700774"/>
            <a:chOff x="-809109" y="335366"/>
            <a:chExt cx="9954619" cy="5700774"/>
          </a:xfrm>
        </p:grpSpPr>
        <p:sp>
          <p:nvSpPr>
            <p:cNvPr id="115" name="Google Shape;115;p9"/>
            <p:cNvSpPr/>
            <p:nvPr/>
          </p:nvSpPr>
          <p:spPr>
            <a:xfrm>
              <a:off x="610908" y="744614"/>
              <a:ext cx="218168" cy="220126"/>
            </a:xfrm>
            <a:custGeom>
              <a:avLst/>
              <a:gdLst/>
              <a:ahLst/>
              <a:cxnLst/>
              <a:rect l="l" t="t" r="r" b="b"/>
              <a:pathLst>
                <a:path w="1337" h="1349" extrusionOk="0">
                  <a:moveTo>
                    <a:pt x="1336" y="681"/>
                  </a:moveTo>
                  <a:cubicBezTo>
                    <a:pt x="1336" y="1047"/>
                    <a:pt x="1046" y="1349"/>
                    <a:pt x="668" y="1349"/>
                  </a:cubicBezTo>
                  <a:cubicBezTo>
                    <a:pt x="303" y="1349"/>
                    <a:pt x="1" y="1047"/>
                    <a:pt x="1" y="681"/>
                  </a:cubicBezTo>
                  <a:cubicBezTo>
                    <a:pt x="1" y="303"/>
                    <a:pt x="303" y="1"/>
                    <a:pt x="668" y="1"/>
                  </a:cubicBezTo>
                  <a:cubicBezTo>
                    <a:pt x="1046" y="1"/>
                    <a:pt x="1336" y="303"/>
                    <a:pt x="1336" y="6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9"/>
            <p:cNvSpPr/>
            <p:nvPr/>
          </p:nvSpPr>
          <p:spPr>
            <a:xfrm>
              <a:off x="5191761" y="2513078"/>
              <a:ext cx="148165" cy="117325"/>
            </a:xfrm>
            <a:custGeom>
              <a:avLst/>
              <a:gdLst/>
              <a:ahLst/>
              <a:cxnLst/>
              <a:rect l="l" t="t" r="r" b="b"/>
              <a:pathLst>
                <a:path w="908" h="719" extrusionOk="0">
                  <a:moveTo>
                    <a:pt x="693" y="139"/>
                  </a:moveTo>
                  <a:cubicBezTo>
                    <a:pt x="907" y="353"/>
                    <a:pt x="756" y="718"/>
                    <a:pt x="454" y="718"/>
                  </a:cubicBezTo>
                  <a:cubicBezTo>
                    <a:pt x="151" y="718"/>
                    <a:pt x="0" y="353"/>
                    <a:pt x="214" y="139"/>
                  </a:cubicBezTo>
                  <a:cubicBezTo>
                    <a:pt x="340" y="0"/>
                    <a:pt x="554" y="0"/>
                    <a:pt x="693" y="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9"/>
            <p:cNvSpPr/>
            <p:nvPr/>
          </p:nvSpPr>
          <p:spPr>
            <a:xfrm>
              <a:off x="4368373" y="335366"/>
              <a:ext cx="407291" cy="409249"/>
            </a:xfrm>
            <a:custGeom>
              <a:avLst/>
              <a:gdLst/>
              <a:ahLst/>
              <a:cxnLst/>
              <a:rect l="l" t="t" r="r" b="b"/>
              <a:pathLst>
                <a:path w="2496" h="2508" extrusionOk="0">
                  <a:moveTo>
                    <a:pt x="1248" y="0"/>
                  </a:moveTo>
                  <a:cubicBezTo>
                    <a:pt x="555" y="0"/>
                    <a:pt x="1" y="555"/>
                    <a:pt x="1" y="1248"/>
                  </a:cubicBezTo>
                  <a:cubicBezTo>
                    <a:pt x="1" y="1941"/>
                    <a:pt x="555" y="2508"/>
                    <a:pt x="1248" y="2508"/>
                  </a:cubicBezTo>
                  <a:cubicBezTo>
                    <a:pt x="1941" y="2508"/>
                    <a:pt x="2496" y="1941"/>
                    <a:pt x="2496" y="1248"/>
                  </a:cubicBezTo>
                  <a:cubicBezTo>
                    <a:pt x="2496" y="555"/>
                    <a:pt x="1941" y="0"/>
                    <a:pt x="12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1273784" y="4216384"/>
              <a:ext cx="148165" cy="117325"/>
            </a:xfrm>
            <a:custGeom>
              <a:avLst/>
              <a:gdLst/>
              <a:ahLst/>
              <a:cxnLst/>
              <a:rect l="l" t="t" r="r" b="b"/>
              <a:pathLst>
                <a:path w="908" h="719" extrusionOk="0">
                  <a:moveTo>
                    <a:pt x="694" y="139"/>
                  </a:moveTo>
                  <a:cubicBezTo>
                    <a:pt x="908" y="353"/>
                    <a:pt x="757" y="719"/>
                    <a:pt x="454" y="719"/>
                  </a:cubicBezTo>
                  <a:cubicBezTo>
                    <a:pt x="152" y="719"/>
                    <a:pt x="1" y="353"/>
                    <a:pt x="215" y="139"/>
                  </a:cubicBezTo>
                  <a:cubicBezTo>
                    <a:pt x="341" y="1"/>
                    <a:pt x="555" y="1"/>
                    <a:pt x="694" y="1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9"/>
            <p:cNvSpPr/>
            <p:nvPr/>
          </p:nvSpPr>
          <p:spPr>
            <a:xfrm rot="-5400000">
              <a:off x="7456114" y="3497225"/>
              <a:ext cx="2402220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 rot="2360339" flipH="1">
              <a:off x="-771742" y="4408822"/>
              <a:ext cx="2402212" cy="976568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>
              <a:off x="8314920" y="1026339"/>
              <a:ext cx="218168" cy="220126"/>
            </a:xfrm>
            <a:custGeom>
              <a:avLst/>
              <a:gdLst/>
              <a:ahLst/>
              <a:cxnLst/>
              <a:rect l="l" t="t" r="r" b="b"/>
              <a:pathLst>
                <a:path w="1337" h="1349" extrusionOk="0">
                  <a:moveTo>
                    <a:pt x="1336" y="681"/>
                  </a:moveTo>
                  <a:cubicBezTo>
                    <a:pt x="1336" y="1047"/>
                    <a:pt x="1046" y="1349"/>
                    <a:pt x="668" y="1349"/>
                  </a:cubicBezTo>
                  <a:cubicBezTo>
                    <a:pt x="303" y="1349"/>
                    <a:pt x="1" y="1047"/>
                    <a:pt x="1" y="681"/>
                  </a:cubicBezTo>
                  <a:cubicBezTo>
                    <a:pt x="1" y="303"/>
                    <a:pt x="303" y="1"/>
                    <a:pt x="668" y="1"/>
                  </a:cubicBezTo>
                  <a:cubicBezTo>
                    <a:pt x="1046" y="1"/>
                    <a:pt x="1336" y="303"/>
                    <a:pt x="1336" y="6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9"/>
          <p:cNvSpPr/>
          <p:nvPr/>
        </p:nvSpPr>
        <p:spPr>
          <a:xfrm>
            <a:off x="4444475" y="4159879"/>
            <a:ext cx="255046" cy="255210"/>
          </a:xfrm>
          <a:custGeom>
            <a:avLst/>
            <a:gdLst/>
            <a:ahLst/>
            <a:cxnLst/>
            <a:rect l="l" t="t" r="r" b="b"/>
            <a:pathLst>
              <a:path w="1563" h="1564" extrusionOk="0">
                <a:moveTo>
                  <a:pt x="781" y="1"/>
                </a:moveTo>
                <a:cubicBezTo>
                  <a:pt x="353" y="1"/>
                  <a:pt x="0" y="354"/>
                  <a:pt x="0" y="782"/>
                </a:cubicBezTo>
                <a:cubicBezTo>
                  <a:pt x="0" y="1210"/>
                  <a:pt x="353" y="1563"/>
                  <a:pt x="781" y="1563"/>
                </a:cubicBezTo>
                <a:cubicBezTo>
                  <a:pt x="1210" y="1563"/>
                  <a:pt x="1563" y="1210"/>
                  <a:pt x="1563" y="782"/>
                </a:cubicBezTo>
                <a:cubicBezTo>
                  <a:pt x="1563" y="354"/>
                  <a:pt x="1210" y="1"/>
                  <a:pt x="7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solidFill>
          <a:schemeClr val="accen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>
            <a:spLocks noGrp="1"/>
          </p:cNvSpPr>
          <p:nvPr>
            <p:ph type="ctrTitle"/>
          </p:nvPr>
        </p:nvSpPr>
        <p:spPr>
          <a:xfrm>
            <a:off x="1705172" y="3220100"/>
            <a:ext cx="5748300" cy="73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56" name="Google Shape;156;p14"/>
          <p:cNvSpPr txBox="1">
            <a:spLocks noGrp="1"/>
          </p:cNvSpPr>
          <p:nvPr>
            <p:ph type="subTitle" idx="1"/>
          </p:nvPr>
        </p:nvSpPr>
        <p:spPr>
          <a:xfrm>
            <a:off x="1705172" y="2152309"/>
            <a:ext cx="5748300" cy="113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4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subTitle" idx="1"/>
          </p:nvPr>
        </p:nvSpPr>
        <p:spPr>
          <a:xfrm>
            <a:off x="2400000" y="1445250"/>
            <a:ext cx="4344000" cy="22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ctrTitle"/>
          </p:nvPr>
        </p:nvSpPr>
        <p:spPr>
          <a:xfrm>
            <a:off x="720000" y="384647"/>
            <a:ext cx="7704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160" name="Google Shape;160;p15"/>
          <p:cNvGrpSpPr/>
          <p:nvPr/>
        </p:nvGrpSpPr>
        <p:grpSpPr>
          <a:xfrm>
            <a:off x="-1036777" y="-1211455"/>
            <a:ext cx="11157571" cy="5700196"/>
            <a:chOff x="-1036777" y="-1211455"/>
            <a:chExt cx="11157571" cy="5700196"/>
          </a:xfrm>
        </p:grpSpPr>
        <p:sp>
          <p:nvSpPr>
            <p:cNvPr id="161" name="Google Shape;161;p15"/>
            <p:cNvSpPr/>
            <p:nvPr/>
          </p:nvSpPr>
          <p:spPr>
            <a:xfrm>
              <a:off x="1555908" y="319864"/>
              <a:ext cx="218168" cy="220126"/>
            </a:xfrm>
            <a:custGeom>
              <a:avLst/>
              <a:gdLst/>
              <a:ahLst/>
              <a:cxnLst/>
              <a:rect l="l" t="t" r="r" b="b"/>
              <a:pathLst>
                <a:path w="1337" h="1349" extrusionOk="0">
                  <a:moveTo>
                    <a:pt x="1336" y="681"/>
                  </a:moveTo>
                  <a:cubicBezTo>
                    <a:pt x="1336" y="1047"/>
                    <a:pt x="1046" y="1349"/>
                    <a:pt x="668" y="1349"/>
                  </a:cubicBezTo>
                  <a:cubicBezTo>
                    <a:pt x="303" y="1349"/>
                    <a:pt x="1" y="1047"/>
                    <a:pt x="1" y="681"/>
                  </a:cubicBezTo>
                  <a:cubicBezTo>
                    <a:pt x="1" y="303"/>
                    <a:pt x="303" y="1"/>
                    <a:pt x="668" y="1"/>
                  </a:cubicBezTo>
                  <a:cubicBezTo>
                    <a:pt x="1046" y="1"/>
                    <a:pt x="1336" y="303"/>
                    <a:pt x="1336" y="6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2031298" y="3403078"/>
              <a:ext cx="150286" cy="117325"/>
            </a:xfrm>
            <a:custGeom>
              <a:avLst/>
              <a:gdLst/>
              <a:ahLst/>
              <a:cxnLst/>
              <a:rect l="l" t="t" r="r" b="b"/>
              <a:pathLst>
                <a:path w="921" h="719" extrusionOk="0">
                  <a:moveTo>
                    <a:pt x="706" y="139"/>
                  </a:moveTo>
                  <a:cubicBezTo>
                    <a:pt x="921" y="353"/>
                    <a:pt x="769" y="719"/>
                    <a:pt x="467" y="719"/>
                  </a:cubicBezTo>
                  <a:cubicBezTo>
                    <a:pt x="152" y="719"/>
                    <a:pt x="1" y="353"/>
                    <a:pt x="215" y="139"/>
                  </a:cubicBezTo>
                  <a:cubicBezTo>
                    <a:pt x="354" y="1"/>
                    <a:pt x="568" y="1"/>
                    <a:pt x="706" y="1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4473275" y="4291132"/>
              <a:ext cx="197445" cy="197608"/>
            </a:xfrm>
            <a:custGeom>
              <a:avLst/>
              <a:gdLst/>
              <a:ahLst/>
              <a:cxnLst/>
              <a:rect l="l" t="t" r="r" b="b"/>
              <a:pathLst>
                <a:path w="1210" h="1211" extrusionOk="0">
                  <a:moveTo>
                    <a:pt x="1210" y="606"/>
                  </a:moveTo>
                  <a:cubicBezTo>
                    <a:pt x="1210" y="946"/>
                    <a:pt x="945" y="1210"/>
                    <a:pt x="605" y="1210"/>
                  </a:cubicBezTo>
                  <a:cubicBezTo>
                    <a:pt x="278" y="1210"/>
                    <a:pt x="0" y="946"/>
                    <a:pt x="0" y="606"/>
                  </a:cubicBezTo>
                  <a:cubicBezTo>
                    <a:pt x="0" y="278"/>
                    <a:pt x="278" y="1"/>
                    <a:pt x="605" y="1"/>
                  </a:cubicBezTo>
                  <a:cubicBezTo>
                    <a:pt x="945" y="1"/>
                    <a:pt x="1210" y="278"/>
                    <a:pt x="1210" y="6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315375" y="412392"/>
              <a:ext cx="255046" cy="255210"/>
            </a:xfrm>
            <a:custGeom>
              <a:avLst/>
              <a:gdLst/>
              <a:ahLst/>
              <a:cxnLst/>
              <a:rect l="l" t="t" r="r" b="b"/>
              <a:pathLst>
                <a:path w="1563" h="1564" extrusionOk="0">
                  <a:moveTo>
                    <a:pt x="781" y="1"/>
                  </a:moveTo>
                  <a:cubicBezTo>
                    <a:pt x="353" y="1"/>
                    <a:pt x="0" y="354"/>
                    <a:pt x="0" y="782"/>
                  </a:cubicBezTo>
                  <a:cubicBezTo>
                    <a:pt x="0" y="1210"/>
                    <a:pt x="353" y="1563"/>
                    <a:pt x="781" y="1563"/>
                  </a:cubicBezTo>
                  <a:cubicBezTo>
                    <a:pt x="1210" y="1563"/>
                    <a:pt x="1563" y="1210"/>
                    <a:pt x="1563" y="782"/>
                  </a:cubicBezTo>
                  <a:cubicBezTo>
                    <a:pt x="1563" y="354"/>
                    <a:pt x="1210" y="1"/>
                    <a:pt x="7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7266201" y="854947"/>
              <a:ext cx="80447" cy="82405"/>
            </a:xfrm>
            <a:custGeom>
              <a:avLst/>
              <a:gdLst/>
              <a:ahLst/>
              <a:cxnLst/>
              <a:rect l="l" t="t" r="r" b="b"/>
              <a:pathLst>
                <a:path w="493" h="505" extrusionOk="0">
                  <a:moveTo>
                    <a:pt x="253" y="1"/>
                  </a:moveTo>
                  <a:cubicBezTo>
                    <a:pt x="114" y="1"/>
                    <a:pt x="1" y="114"/>
                    <a:pt x="1" y="253"/>
                  </a:cubicBezTo>
                  <a:cubicBezTo>
                    <a:pt x="1" y="391"/>
                    <a:pt x="114" y="505"/>
                    <a:pt x="253" y="505"/>
                  </a:cubicBezTo>
                  <a:cubicBezTo>
                    <a:pt x="392" y="505"/>
                    <a:pt x="492" y="391"/>
                    <a:pt x="492" y="253"/>
                  </a:cubicBezTo>
                  <a:cubicBezTo>
                    <a:pt x="492" y="114"/>
                    <a:pt x="392" y="1"/>
                    <a:pt x="2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 rot="-7200010" flipH="1">
              <a:off x="7590317" y="-220337"/>
              <a:ext cx="2831429" cy="939701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 rot="9102685" flipH="1">
              <a:off x="-983184" y="-195164"/>
              <a:ext cx="2831423" cy="939705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6_1_1_3_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>
            <a:spLocks noGrp="1"/>
          </p:cNvSpPr>
          <p:nvPr>
            <p:ph type="title"/>
          </p:nvPr>
        </p:nvSpPr>
        <p:spPr>
          <a:xfrm>
            <a:off x="724200" y="367700"/>
            <a:ext cx="7695600" cy="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9pPr>
          </a:lstStyle>
          <a:p>
            <a:endParaRPr/>
          </a:p>
        </p:txBody>
      </p:sp>
      <p:sp>
        <p:nvSpPr>
          <p:cNvPr id="247" name="Google Shape;247;p21"/>
          <p:cNvSpPr/>
          <p:nvPr/>
        </p:nvSpPr>
        <p:spPr>
          <a:xfrm rot="10800000">
            <a:off x="-983153" y="-92844"/>
            <a:ext cx="2666155" cy="1069537"/>
          </a:xfrm>
          <a:custGeom>
            <a:avLst/>
            <a:gdLst/>
            <a:ahLst/>
            <a:cxnLst/>
            <a:rect l="l" t="t" r="r" b="b"/>
            <a:pathLst>
              <a:path w="7291" h="2964" extrusionOk="0">
                <a:moveTo>
                  <a:pt x="4075" y="0"/>
                </a:moveTo>
                <a:cubicBezTo>
                  <a:pt x="4016" y="0"/>
                  <a:pt x="3956" y="3"/>
                  <a:pt x="3893" y="9"/>
                </a:cubicBezTo>
                <a:cubicBezTo>
                  <a:pt x="2536" y="142"/>
                  <a:pt x="2910" y="1489"/>
                  <a:pt x="2910" y="1489"/>
                </a:cubicBezTo>
                <a:cubicBezTo>
                  <a:pt x="2810" y="1438"/>
                  <a:pt x="2708" y="1416"/>
                  <a:pt x="2608" y="1416"/>
                </a:cubicBezTo>
                <a:cubicBezTo>
                  <a:pt x="2181" y="1416"/>
                  <a:pt x="1799" y="1825"/>
                  <a:pt x="1824" y="2190"/>
                </a:cubicBezTo>
                <a:cubicBezTo>
                  <a:pt x="1839" y="2463"/>
                  <a:pt x="1669" y="2532"/>
                  <a:pt x="1406" y="2532"/>
                </a:cubicBezTo>
                <a:cubicBezTo>
                  <a:pt x="1235" y="2532"/>
                  <a:pt x="1024" y="2503"/>
                  <a:pt x="800" y="2482"/>
                </a:cubicBezTo>
                <a:cubicBezTo>
                  <a:pt x="773" y="2480"/>
                  <a:pt x="748" y="2479"/>
                  <a:pt x="723" y="2479"/>
                </a:cubicBezTo>
                <a:cubicBezTo>
                  <a:pt x="206" y="2479"/>
                  <a:pt x="1" y="2964"/>
                  <a:pt x="1" y="2964"/>
                </a:cubicBezTo>
                <a:lnTo>
                  <a:pt x="7201" y="2964"/>
                </a:lnTo>
                <a:cubicBezTo>
                  <a:pt x="7290" y="2044"/>
                  <a:pt x="6609" y="1801"/>
                  <a:pt x="6121" y="1801"/>
                </a:cubicBezTo>
                <a:cubicBezTo>
                  <a:pt x="5935" y="1801"/>
                  <a:pt x="5777" y="1837"/>
                  <a:pt x="5701" y="1883"/>
                </a:cubicBezTo>
                <a:cubicBezTo>
                  <a:pt x="5559" y="1973"/>
                  <a:pt x="5364" y="2069"/>
                  <a:pt x="5258" y="2069"/>
                </a:cubicBezTo>
                <a:cubicBezTo>
                  <a:pt x="5158" y="2069"/>
                  <a:pt x="5138" y="1983"/>
                  <a:pt x="5317" y="1724"/>
                </a:cubicBezTo>
                <a:cubicBezTo>
                  <a:pt x="5668" y="1216"/>
                  <a:pt x="5289" y="0"/>
                  <a:pt x="40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7839623" y="4000518"/>
            <a:ext cx="4019541" cy="1205974"/>
          </a:xfrm>
          <a:custGeom>
            <a:avLst/>
            <a:gdLst/>
            <a:ahLst/>
            <a:cxnLst/>
            <a:rect l="l" t="t" r="r" b="b"/>
            <a:pathLst>
              <a:path w="8056" h="2417" extrusionOk="0">
                <a:moveTo>
                  <a:pt x="2839" y="1"/>
                </a:moveTo>
                <a:cubicBezTo>
                  <a:pt x="2802" y="1"/>
                  <a:pt x="2764" y="2"/>
                  <a:pt x="2725" y="5"/>
                </a:cubicBezTo>
                <a:cubicBezTo>
                  <a:pt x="1460" y="82"/>
                  <a:pt x="1142" y="1208"/>
                  <a:pt x="1204" y="1603"/>
                </a:cubicBezTo>
                <a:cubicBezTo>
                  <a:pt x="1249" y="1923"/>
                  <a:pt x="1169" y="2062"/>
                  <a:pt x="942" y="2062"/>
                </a:cubicBezTo>
                <a:cubicBezTo>
                  <a:pt x="886" y="2062"/>
                  <a:pt x="821" y="2054"/>
                  <a:pt x="748" y="2038"/>
                </a:cubicBezTo>
                <a:cubicBezTo>
                  <a:pt x="719" y="2032"/>
                  <a:pt x="690" y="2029"/>
                  <a:pt x="661" y="2029"/>
                </a:cubicBezTo>
                <a:cubicBezTo>
                  <a:pt x="318" y="2029"/>
                  <a:pt x="0" y="2417"/>
                  <a:pt x="0" y="2417"/>
                </a:cubicBezTo>
                <a:lnTo>
                  <a:pt x="8056" y="2417"/>
                </a:lnTo>
                <a:cubicBezTo>
                  <a:pt x="7838" y="1932"/>
                  <a:pt x="7426" y="1808"/>
                  <a:pt x="7041" y="1808"/>
                </a:cubicBezTo>
                <a:cubicBezTo>
                  <a:pt x="6657" y="1808"/>
                  <a:pt x="6299" y="1930"/>
                  <a:pt x="6181" y="1941"/>
                </a:cubicBezTo>
                <a:cubicBezTo>
                  <a:pt x="6178" y="1941"/>
                  <a:pt x="6176" y="1941"/>
                  <a:pt x="6173" y="1941"/>
                </a:cubicBezTo>
                <a:cubicBezTo>
                  <a:pt x="5948" y="1941"/>
                  <a:pt x="6208" y="1148"/>
                  <a:pt x="5470" y="834"/>
                </a:cubicBezTo>
                <a:cubicBezTo>
                  <a:pt x="5329" y="775"/>
                  <a:pt x="5196" y="751"/>
                  <a:pt x="5073" y="751"/>
                </a:cubicBezTo>
                <a:cubicBezTo>
                  <a:pt x="4536" y="751"/>
                  <a:pt x="4184" y="1208"/>
                  <a:pt x="4184" y="1208"/>
                </a:cubicBezTo>
                <a:cubicBezTo>
                  <a:pt x="4184" y="1208"/>
                  <a:pt x="4001" y="1"/>
                  <a:pt x="28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2290284" y="-12"/>
            <a:ext cx="218168" cy="218168"/>
          </a:xfrm>
          <a:custGeom>
            <a:avLst/>
            <a:gdLst/>
            <a:ahLst/>
            <a:cxnLst/>
            <a:rect l="l" t="t" r="r" b="b"/>
            <a:pathLst>
              <a:path w="1337" h="1337" extrusionOk="0">
                <a:moveTo>
                  <a:pt x="1336" y="669"/>
                </a:moveTo>
                <a:cubicBezTo>
                  <a:pt x="1336" y="1034"/>
                  <a:pt x="1046" y="1337"/>
                  <a:pt x="668" y="1337"/>
                </a:cubicBezTo>
                <a:cubicBezTo>
                  <a:pt x="303" y="1337"/>
                  <a:pt x="0" y="1034"/>
                  <a:pt x="0" y="669"/>
                </a:cubicBezTo>
                <a:cubicBezTo>
                  <a:pt x="0" y="291"/>
                  <a:pt x="303" y="1"/>
                  <a:pt x="668" y="1"/>
                </a:cubicBezTo>
                <a:cubicBezTo>
                  <a:pt x="1046" y="1"/>
                  <a:pt x="1336" y="291"/>
                  <a:pt x="1336" y="6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8629856" y="1020995"/>
            <a:ext cx="144086" cy="141964"/>
          </a:xfrm>
          <a:custGeom>
            <a:avLst/>
            <a:gdLst/>
            <a:ahLst/>
            <a:cxnLst/>
            <a:rect l="l" t="t" r="r" b="b"/>
            <a:pathLst>
              <a:path w="883" h="870" extrusionOk="0">
                <a:moveTo>
                  <a:pt x="882" y="428"/>
                </a:moveTo>
                <a:cubicBezTo>
                  <a:pt x="882" y="680"/>
                  <a:pt x="693" y="869"/>
                  <a:pt x="441" y="869"/>
                </a:cubicBezTo>
                <a:cubicBezTo>
                  <a:pt x="202" y="869"/>
                  <a:pt x="0" y="680"/>
                  <a:pt x="0" y="428"/>
                </a:cubicBezTo>
                <a:cubicBezTo>
                  <a:pt x="0" y="189"/>
                  <a:pt x="202" y="0"/>
                  <a:pt x="441" y="0"/>
                </a:cubicBezTo>
                <a:cubicBezTo>
                  <a:pt x="693" y="0"/>
                  <a:pt x="882" y="189"/>
                  <a:pt x="882" y="42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7333401" y="164914"/>
            <a:ext cx="255210" cy="255210"/>
          </a:xfrm>
          <a:custGeom>
            <a:avLst/>
            <a:gdLst/>
            <a:ahLst/>
            <a:cxnLst/>
            <a:rect l="l" t="t" r="r" b="b"/>
            <a:pathLst>
              <a:path w="1564" h="1564" extrusionOk="0">
                <a:moveTo>
                  <a:pt x="782" y="1"/>
                </a:moveTo>
                <a:cubicBezTo>
                  <a:pt x="341" y="1"/>
                  <a:pt x="1" y="353"/>
                  <a:pt x="1" y="782"/>
                </a:cubicBezTo>
                <a:cubicBezTo>
                  <a:pt x="1" y="1210"/>
                  <a:pt x="341" y="1563"/>
                  <a:pt x="782" y="1563"/>
                </a:cubicBezTo>
                <a:cubicBezTo>
                  <a:pt x="1210" y="1563"/>
                  <a:pt x="1563" y="1210"/>
                  <a:pt x="1563" y="782"/>
                </a:cubicBezTo>
                <a:cubicBezTo>
                  <a:pt x="1563" y="353"/>
                  <a:pt x="1210" y="1"/>
                  <a:pt x="78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8902897" y="3224607"/>
            <a:ext cx="187328" cy="187165"/>
          </a:xfrm>
          <a:custGeom>
            <a:avLst/>
            <a:gdLst/>
            <a:ahLst/>
            <a:cxnLst/>
            <a:rect l="l" t="t" r="r" b="b"/>
            <a:pathLst>
              <a:path w="1148" h="1147" extrusionOk="0">
                <a:moveTo>
                  <a:pt x="568" y="0"/>
                </a:moveTo>
                <a:cubicBezTo>
                  <a:pt x="253" y="0"/>
                  <a:pt x="1" y="252"/>
                  <a:pt x="1" y="567"/>
                </a:cubicBezTo>
                <a:cubicBezTo>
                  <a:pt x="1" y="882"/>
                  <a:pt x="253" y="1147"/>
                  <a:pt x="568" y="1147"/>
                </a:cubicBezTo>
                <a:cubicBezTo>
                  <a:pt x="883" y="1147"/>
                  <a:pt x="1148" y="882"/>
                  <a:pt x="1148" y="567"/>
                </a:cubicBezTo>
                <a:cubicBezTo>
                  <a:pt x="1148" y="252"/>
                  <a:pt x="883" y="0"/>
                  <a:pt x="56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2726521" y="4809635"/>
            <a:ext cx="94806" cy="81426"/>
          </a:xfrm>
          <a:custGeom>
            <a:avLst/>
            <a:gdLst/>
            <a:ahLst/>
            <a:cxnLst/>
            <a:rect l="l" t="t" r="r" b="b"/>
            <a:pathLst>
              <a:path w="581" h="499" extrusionOk="0">
                <a:moveTo>
                  <a:pt x="328" y="1"/>
                </a:moveTo>
                <a:cubicBezTo>
                  <a:pt x="114" y="1"/>
                  <a:pt x="1" y="265"/>
                  <a:pt x="152" y="429"/>
                </a:cubicBezTo>
                <a:cubicBezTo>
                  <a:pt x="204" y="477"/>
                  <a:pt x="266" y="498"/>
                  <a:pt x="326" y="498"/>
                </a:cubicBezTo>
                <a:cubicBezTo>
                  <a:pt x="457" y="498"/>
                  <a:pt x="580" y="399"/>
                  <a:pt x="580" y="253"/>
                </a:cubicBezTo>
                <a:cubicBezTo>
                  <a:pt x="580" y="114"/>
                  <a:pt x="467" y="1"/>
                  <a:pt x="3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285064" y="2837401"/>
            <a:ext cx="82405" cy="82405"/>
          </a:xfrm>
          <a:custGeom>
            <a:avLst/>
            <a:gdLst/>
            <a:ahLst/>
            <a:cxnLst/>
            <a:rect l="l" t="t" r="r" b="b"/>
            <a:pathLst>
              <a:path w="505" h="505" extrusionOk="0">
                <a:moveTo>
                  <a:pt x="253" y="1"/>
                </a:moveTo>
                <a:cubicBezTo>
                  <a:pt x="114" y="1"/>
                  <a:pt x="1" y="114"/>
                  <a:pt x="1" y="253"/>
                </a:cubicBezTo>
                <a:cubicBezTo>
                  <a:pt x="1" y="391"/>
                  <a:pt x="114" y="505"/>
                  <a:pt x="253" y="505"/>
                </a:cubicBezTo>
                <a:cubicBezTo>
                  <a:pt x="391" y="505"/>
                  <a:pt x="505" y="391"/>
                  <a:pt x="505" y="253"/>
                </a:cubicBezTo>
                <a:cubicBezTo>
                  <a:pt x="505" y="114"/>
                  <a:pt x="391" y="1"/>
                  <a:pt x="2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6_1_1_3_1_1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 txBox="1">
            <a:spLocks noGrp="1"/>
          </p:cNvSpPr>
          <p:nvPr>
            <p:ph type="title"/>
          </p:nvPr>
        </p:nvSpPr>
        <p:spPr>
          <a:xfrm>
            <a:off x="1780139" y="367712"/>
            <a:ext cx="5589900" cy="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9pPr>
          </a:lstStyle>
          <a:p>
            <a:endParaRPr/>
          </a:p>
        </p:txBody>
      </p:sp>
      <p:sp>
        <p:nvSpPr>
          <p:cNvPr id="257" name="Google Shape;257;p22"/>
          <p:cNvSpPr/>
          <p:nvPr/>
        </p:nvSpPr>
        <p:spPr>
          <a:xfrm rot="1275388" flipH="1">
            <a:off x="-1199012" y="4441054"/>
            <a:ext cx="2402223" cy="976572"/>
          </a:xfrm>
          <a:custGeom>
            <a:avLst/>
            <a:gdLst/>
            <a:ahLst/>
            <a:cxnLst/>
            <a:rect l="l" t="t" r="r" b="b"/>
            <a:pathLst>
              <a:path w="7291" h="2964" extrusionOk="0">
                <a:moveTo>
                  <a:pt x="4075" y="0"/>
                </a:moveTo>
                <a:cubicBezTo>
                  <a:pt x="4016" y="0"/>
                  <a:pt x="3956" y="3"/>
                  <a:pt x="3893" y="9"/>
                </a:cubicBezTo>
                <a:cubicBezTo>
                  <a:pt x="2536" y="142"/>
                  <a:pt x="2910" y="1489"/>
                  <a:pt x="2910" y="1489"/>
                </a:cubicBezTo>
                <a:cubicBezTo>
                  <a:pt x="2810" y="1438"/>
                  <a:pt x="2708" y="1416"/>
                  <a:pt x="2608" y="1416"/>
                </a:cubicBezTo>
                <a:cubicBezTo>
                  <a:pt x="2181" y="1416"/>
                  <a:pt x="1799" y="1825"/>
                  <a:pt x="1824" y="2190"/>
                </a:cubicBezTo>
                <a:cubicBezTo>
                  <a:pt x="1839" y="2463"/>
                  <a:pt x="1669" y="2532"/>
                  <a:pt x="1406" y="2532"/>
                </a:cubicBezTo>
                <a:cubicBezTo>
                  <a:pt x="1235" y="2532"/>
                  <a:pt x="1024" y="2503"/>
                  <a:pt x="800" y="2482"/>
                </a:cubicBezTo>
                <a:cubicBezTo>
                  <a:pt x="773" y="2480"/>
                  <a:pt x="748" y="2479"/>
                  <a:pt x="723" y="2479"/>
                </a:cubicBezTo>
                <a:cubicBezTo>
                  <a:pt x="206" y="2479"/>
                  <a:pt x="1" y="2964"/>
                  <a:pt x="1" y="2964"/>
                </a:cubicBezTo>
                <a:lnTo>
                  <a:pt x="7201" y="2964"/>
                </a:lnTo>
                <a:cubicBezTo>
                  <a:pt x="7290" y="2044"/>
                  <a:pt x="6609" y="1801"/>
                  <a:pt x="6121" y="1801"/>
                </a:cubicBezTo>
                <a:cubicBezTo>
                  <a:pt x="5935" y="1801"/>
                  <a:pt x="5777" y="1837"/>
                  <a:pt x="5701" y="1883"/>
                </a:cubicBezTo>
                <a:cubicBezTo>
                  <a:pt x="5559" y="1973"/>
                  <a:pt x="5364" y="2069"/>
                  <a:pt x="5258" y="2069"/>
                </a:cubicBezTo>
                <a:cubicBezTo>
                  <a:pt x="5158" y="2069"/>
                  <a:pt x="5138" y="1983"/>
                  <a:pt x="5317" y="1724"/>
                </a:cubicBezTo>
                <a:cubicBezTo>
                  <a:pt x="5668" y="1216"/>
                  <a:pt x="5289" y="0"/>
                  <a:pt x="40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2"/>
          <p:cNvSpPr/>
          <p:nvPr/>
        </p:nvSpPr>
        <p:spPr>
          <a:xfrm rot="1275363" flipH="1">
            <a:off x="-987292" y="4724126"/>
            <a:ext cx="2831426" cy="849506"/>
          </a:xfrm>
          <a:custGeom>
            <a:avLst/>
            <a:gdLst/>
            <a:ahLst/>
            <a:cxnLst/>
            <a:rect l="l" t="t" r="r" b="b"/>
            <a:pathLst>
              <a:path w="8056" h="2417" extrusionOk="0">
                <a:moveTo>
                  <a:pt x="2839" y="1"/>
                </a:moveTo>
                <a:cubicBezTo>
                  <a:pt x="2802" y="1"/>
                  <a:pt x="2764" y="2"/>
                  <a:pt x="2725" y="5"/>
                </a:cubicBezTo>
                <a:cubicBezTo>
                  <a:pt x="1460" y="82"/>
                  <a:pt x="1142" y="1208"/>
                  <a:pt x="1204" y="1603"/>
                </a:cubicBezTo>
                <a:cubicBezTo>
                  <a:pt x="1249" y="1923"/>
                  <a:pt x="1169" y="2062"/>
                  <a:pt x="942" y="2062"/>
                </a:cubicBezTo>
                <a:cubicBezTo>
                  <a:pt x="886" y="2062"/>
                  <a:pt x="821" y="2054"/>
                  <a:pt x="748" y="2038"/>
                </a:cubicBezTo>
                <a:cubicBezTo>
                  <a:pt x="719" y="2032"/>
                  <a:pt x="690" y="2029"/>
                  <a:pt x="661" y="2029"/>
                </a:cubicBezTo>
                <a:cubicBezTo>
                  <a:pt x="318" y="2029"/>
                  <a:pt x="0" y="2417"/>
                  <a:pt x="0" y="2417"/>
                </a:cubicBezTo>
                <a:lnTo>
                  <a:pt x="8056" y="2417"/>
                </a:lnTo>
                <a:cubicBezTo>
                  <a:pt x="7838" y="1932"/>
                  <a:pt x="7426" y="1808"/>
                  <a:pt x="7041" y="1808"/>
                </a:cubicBezTo>
                <a:cubicBezTo>
                  <a:pt x="6657" y="1808"/>
                  <a:pt x="6299" y="1930"/>
                  <a:pt x="6181" y="1941"/>
                </a:cubicBezTo>
                <a:cubicBezTo>
                  <a:pt x="6178" y="1941"/>
                  <a:pt x="6176" y="1941"/>
                  <a:pt x="6173" y="1941"/>
                </a:cubicBezTo>
                <a:cubicBezTo>
                  <a:pt x="5948" y="1941"/>
                  <a:pt x="6208" y="1148"/>
                  <a:pt x="5470" y="834"/>
                </a:cubicBezTo>
                <a:cubicBezTo>
                  <a:pt x="5329" y="775"/>
                  <a:pt x="5196" y="751"/>
                  <a:pt x="5073" y="751"/>
                </a:cubicBezTo>
                <a:cubicBezTo>
                  <a:pt x="4536" y="751"/>
                  <a:pt x="4184" y="1208"/>
                  <a:pt x="4184" y="1208"/>
                </a:cubicBezTo>
                <a:cubicBezTo>
                  <a:pt x="4184" y="1208"/>
                  <a:pt x="4001" y="1"/>
                  <a:pt x="2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2"/>
          <p:cNvSpPr/>
          <p:nvPr/>
        </p:nvSpPr>
        <p:spPr>
          <a:xfrm rot="-7200010" flipH="1">
            <a:off x="7532942" y="-39912"/>
            <a:ext cx="2831429" cy="939701"/>
          </a:xfrm>
          <a:custGeom>
            <a:avLst/>
            <a:gdLst/>
            <a:ahLst/>
            <a:cxnLst/>
            <a:rect l="l" t="t" r="r" b="b"/>
            <a:pathLst>
              <a:path w="8056" h="2417" extrusionOk="0">
                <a:moveTo>
                  <a:pt x="2839" y="1"/>
                </a:moveTo>
                <a:cubicBezTo>
                  <a:pt x="2802" y="1"/>
                  <a:pt x="2764" y="2"/>
                  <a:pt x="2725" y="5"/>
                </a:cubicBezTo>
                <a:cubicBezTo>
                  <a:pt x="1460" y="82"/>
                  <a:pt x="1142" y="1208"/>
                  <a:pt x="1204" y="1603"/>
                </a:cubicBezTo>
                <a:cubicBezTo>
                  <a:pt x="1249" y="1923"/>
                  <a:pt x="1169" y="2062"/>
                  <a:pt x="942" y="2062"/>
                </a:cubicBezTo>
                <a:cubicBezTo>
                  <a:pt x="886" y="2062"/>
                  <a:pt x="821" y="2054"/>
                  <a:pt x="748" y="2038"/>
                </a:cubicBezTo>
                <a:cubicBezTo>
                  <a:pt x="719" y="2032"/>
                  <a:pt x="690" y="2029"/>
                  <a:pt x="661" y="2029"/>
                </a:cubicBezTo>
                <a:cubicBezTo>
                  <a:pt x="318" y="2029"/>
                  <a:pt x="0" y="2417"/>
                  <a:pt x="0" y="2417"/>
                </a:cubicBezTo>
                <a:lnTo>
                  <a:pt x="8056" y="2417"/>
                </a:lnTo>
                <a:cubicBezTo>
                  <a:pt x="7838" y="1932"/>
                  <a:pt x="7426" y="1808"/>
                  <a:pt x="7041" y="1808"/>
                </a:cubicBezTo>
                <a:cubicBezTo>
                  <a:pt x="6657" y="1808"/>
                  <a:pt x="6299" y="1930"/>
                  <a:pt x="6181" y="1941"/>
                </a:cubicBezTo>
                <a:cubicBezTo>
                  <a:pt x="6178" y="1941"/>
                  <a:pt x="6176" y="1941"/>
                  <a:pt x="6173" y="1941"/>
                </a:cubicBezTo>
                <a:cubicBezTo>
                  <a:pt x="5948" y="1941"/>
                  <a:pt x="6208" y="1148"/>
                  <a:pt x="5470" y="834"/>
                </a:cubicBezTo>
                <a:cubicBezTo>
                  <a:pt x="5329" y="775"/>
                  <a:pt x="5196" y="751"/>
                  <a:pt x="5073" y="751"/>
                </a:cubicBezTo>
                <a:cubicBezTo>
                  <a:pt x="4536" y="751"/>
                  <a:pt x="4184" y="1208"/>
                  <a:pt x="4184" y="1208"/>
                </a:cubicBezTo>
                <a:cubicBezTo>
                  <a:pt x="4184" y="1208"/>
                  <a:pt x="4001" y="1"/>
                  <a:pt x="2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2"/>
          <p:cNvSpPr/>
          <p:nvPr/>
        </p:nvSpPr>
        <p:spPr>
          <a:xfrm rot="-1706227">
            <a:off x="8004758" y="4392186"/>
            <a:ext cx="2402218" cy="976570"/>
          </a:xfrm>
          <a:custGeom>
            <a:avLst/>
            <a:gdLst/>
            <a:ahLst/>
            <a:cxnLst/>
            <a:rect l="l" t="t" r="r" b="b"/>
            <a:pathLst>
              <a:path w="7291" h="2964" extrusionOk="0">
                <a:moveTo>
                  <a:pt x="4075" y="0"/>
                </a:moveTo>
                <a:cubicBezTo>
                  <a:pt x="4016" y="0"/>
                  <a:pt x="3956" y="3"/>
                  <a:pt x="3893" y="9"/>
                </a:cubicBezTo>
                <a:cubicBezTo>
                  <a:pt x="2536" y="142"/>
                  <a:pt x="2910" y="1489"/>
                  <a:pt x="2910" y="1489"/>
                </a:cubicBezTo>
                <a:cubicBezTo>
                  <a:pt x="2810" y="1438"/>
                  <a:pt x="2708" y="1416"/>
                  <a:pt x="2608" y="1416"/>
                </a:cubicBezTo>
                <a:cubicBezTo>
                  <a:pt x="2181" y="1416"/>
                  <a:pt x="1799" y="1825"/>
                  <a:pt x="1824" y="2190"/>
                </a:cubicBezTo>
                <a:cubicBezTo>
                  <a:pt x="1839" y="2463"/>
                  <a:pt x="1669" y="2532"/>
                  <a:pt x="1406" y="2532"/>
                </a:cubicBezTo>
                <a:cubicBezTo>
                  <a:pt x="1235" y="2532"/>
                  <a:pt x="1024" y="2503"/>
                  <a:pt x="800" y="2482"/>
                </a:cubicBezTo>
                <a:cubicBezTo>
                  <a:pt x="773" y="2480"/>
                  <a:pt x="748" y="2479"/>
                  <a:pt x="723" y="2479"/>
                </a:cubicBezTo>
                <a:cubicBezTo>
                  <a:pt x="206" y="2479"/>
                  <a:pt x="1" y="2964"/>
                  <a:pt x="1" y="2964"/>
                </a:cubicBezTo>
                <a:lnTo>
                  <a:pt x="7201" y="2964"/>
                </a:lnTo>
                <a:cubicBezTo>
                  <a:pt x="7290" y="2044"/>
                  <a:pt x="6609" y="1801"/>
                  <a:pt x="6121" y="1801"/>
                </a:cubicBezTo>
                <a:cubicBezTo>
                  <a:pt x="5935" y="1801"/>
                  <a:pt x="5777" y="1837"/>
                  <a:pt x="5701" y="1883"/>
                </a:cubicBezTo>
                <a:cubicBezTo>
                  <a:pt x="5559" y="1973"/>
                  <a:pt x="5364" y="2069"/>
                  <a:pt x="5258" y="2069"/>
                </a:cubicBezTo>
                <a:cubicBezTo>
                  <a:pt x="5158" y="2069"/>
                  <a:pt x="5138" y="1983"/>
                  <a:pt x="5317" y="1724"/>
                </a:cubicBezTo>
                <a:cubicBezTo>
                  <a:pt x="5668" y="1216"/>
                  <a:pt x="5289" y="0"/>
                  <a:pt x="40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2"/>
          <p:cNvSpPr/>
          <p:nvPr/>
        </p:nvSpPr>
        <p:spPr>
          <a:xfrm rot="-1706232">
            <a:off x="7550418" y="4585555"/>
            <a:ext cx="2831429" cy="849504"/>
          </a:xfrm>
          <a:custGeom>
            <a:avLst/>
            <a:gdLst/>
            <a:ahLst/>
            <a:cxnLst/>
            <a:rect l="l" t="t" r="r" b="b"/>
            <a:pathLst>
              <a:path w="8056" h="2417" extrusionOk="0">
                <a:moveTo>
                  <a:pt x="2839" y="1"/>
                </a:moveTo>
                <a:cubicBezTo>
                  <a:pt x="2802" y="1"/>
                  <a:pt x="2764" y="2"/>
                  <a:pt x="2725" y="5"/>
                </a:cubicBezTo>
                <a:cubicBezTo>
                  <a:pt x="1460" y="82"/>
                  <a:pt x="1142" y="1208"/>
                  <a:pt x="1204" y="1603"/>
                </a:cubicBezTo>
                <a:cubicBezTo>
                  <a:pt x="1249" y="1923"/>
                  <a:pt x="1169" y="2062"/>
                  <a:pt x="942" y="2062"/>
                </a:cubicBezTo>
                <a:cubicBezTo>
                  <a:pt x="886" y="2062"/>
                  <a:pt x="821" y="2054"/>
                  <a:pt x="748" y="2038"/>
                </a:cubicBezTo>
                <a:cubicBezTo>
                  <a:pt x="719" y="2032"/>
                  <a:pt x="690" y="2029"/>
                  <a:pt x="661" y="2029"/>
                </a:cubicBezTo>
                <a:cubicBezTo>
                  <a:pt x="318" y="2029"/>
                  <a:pt x="0" y="2417"/>
                  <a:pt x="0" y="2417"/>
                </a:cubicBezTo>
                <a:lnTo>
                  <a:pt x="8056" y="2417"/>
                </a:lnTo>
                <a:cubicBezTo>
                  <a:pt x="7838" y="1932"/>
                  <a:pt x="7426" y="1808"/>
                  <a:pt x="7041" y="1808"/>
                </a:cubicBezTo>
                <a:cubicBezTo>
                  <a:pt x="6657" y="1808"/>
                  <a:pt x="6299" y="1930"/>
                  <a:pt x="6181" y="1941"/>
                </a:cubicBezTo>
                <a:cubicBezTo>
                  <a:pt x="6178" y="1941"/>
                  <a:pt x="6176" y="1941"/>
                  <a:pt x="6173" y="1941"/>
                </a:cubicBezTo>
                <a:cubicBezTo>
                  <a:pt x="5948" y="1941"/>
                  <a:pt x="6208" y="1148"/>
                  <a:pt x="5470" y="834"/>
                </a:cubicBezTo>
                <a:cubicBezTo>
                  <a:pt x="5329" y="775"/>
                  <a:pt x="5196" y="751"/>
                  <a:pt x="5073" y="751"/>
                </a:cubicBezTo>
                <a:cubicBezTo>
                  <a:pt x="4536" y="751"/>
                  <a:pt x="4184" y="1208"/>
                  <a:pt x="4184" y="1208"/>
                </a:cubicBezTo>
                <a:cubicBezTo>
                  <a:pt x="4184" y="1208"/>
                  <a:pt x="4001" y="1"/>
                  <a:pt x="28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2"/>
          <p:cNvSpPr/>
          <p:nvPr/>
        </p:nvSpPr>
        <p:spPr>
          <a:xfrm rot="9102685" flipH="1">
            <a:off x="-991384" y="-416227"/>
            <a:ext cx="2831423" cy="939705"/>
          </a:xfrm>
          <a:custGeom>
            <a:avLst/>
            <a:gdLst/>
            <a:ahLst/>
            <a:cxnLst/>
            <a:rect l="l" t="t" r="r" b="b"/>
            <a:pathLst>
              <a:path w="8056" h="2417" extrusionOk="0">
                <a:moveTo>
                  <a:pt x="2839" y="1"/>
                </a:moveTo>
                <a:cubicBezTo>
                  <a:pt x="2802" y="1"/>
                  <a:pt x="2764" y="2"/>
                  <a:pt x="2725" y="5"/>
                </a:cubicBezTo>
                <a:cubicBezTo>
                  <a:pt x="1460" y="82"/>
                  <a:pt x="1142" y="1208"/>
                  <a:pt x="1204" y="1603"/>
                </a:cubicBezTo>
                <a:cubicBezTo>
                  <a:pt x="1249" y="1923"/>
                  <a:pt x="1169" y="2062"/>
                  <a:pt x="942" y="2062"/>
                </a:cubicBezTo>
                <a:cubicBezTo>
                  <a:pt x="886" y="2062"/>
                  <a:pt x="821" y="2054"/>
                  <a:pt x="748" y="2038"/>
                </a:cubicBezTo>
                <a:cubicBezTo>
                  <a:pt x="719" y="2032"/>
                  <a:pt x="690" y="2029"/>
                  <a:pt x="661" y="2029"/>
                </a:cubicBezTo>
                <a:cubicBezTo>
                  <a:pt x="318" y="2029"/>
                  <a:pt x="0" y="2417"/>
                  <a:pt x="0" y="2417"/>
                </a:cubicBezTo>
                <a:lnTo>
                  <a:pt x="8056" y="2417"/>
                </a:lnTo>
                <a:cubicBezTo>
                  <a:pt x="7838" y="1932"/>
                  <a:pt x="7426" y="1808"/>
                  <a:pt x="7041" y="1808"/>
                </a:cubicBezTo>
                <a:cubicBezTo>
                  <a:pt x="6657" y="1808"/>
                  <a:pt x="6299" y="1930"/>
                  <a:pt x="6181" y="1941"/>
                </a:cubicBezTo>
                <a:cubicBezTo>
                  <a:pt x="6178" y="1941"/>
                  <a:pt x="6176" y="1941"/>
                  <a:pt x="6173" y="1941"/>
                </a:cubicBezTo>
                <a:cubicBezTo>
                  <a:pt x="5948" y="1941"/>
                  <a:pt x="6208" y="1148"/>
                  <a:pt x="5470" y="834"/>
                </a:cubicBezTo>
                <a:cubicBezTo>
                  <a:pt x="5329" y="775"/>
                  <a:pt x="5196" y="751"/>
                  <a:pt x="5073" y="751"/>
                </a:cubicBezTo>
                <a:cubicBezTo>
                  <a:pt x="4536" y="751"/>
                  <a:pt x="4184" y="1208"/>
                  <a:pt x="4184" y="1208"/>
                </a:cubicBezTo>
                <a:cubicBezTo>
                  <a:pt x="4184" y="1208"/>
                  <a:pt x="4001" y="1"/>
                  <a:pt x="28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1555908" y="319864"/>
            <a:ext cx="218168" cy="220126"/>
          </a:xfrm>
          <a:custGeom>
            <a:avLst/>
            <a:gdLst/>
            <a:ahLst/>
            <a:cxnLst/>
            <a:rect l="l" t="t" r="r" b="b"/>
            <a:pathLst>
              <a:path w="1337" h="1349" extrusionOk="0">
                <a:moveTo>
                  <a:pt x="1336" y="681"/>
                </a:moveTo>
                <a:cubicBezTo>
                  <a:pt x="1336" y="1047"/>
                  <a:pt x="1046" y="1349"/>
                  <a:pt x="668" y="1349"/>
                </a:cubicBezTo>
                <a:cubicBezTo>
                  <a:pt x="303" y="1349"/>
                  <a:pt x="1" y="1047"/>
                  <a:pt x="1" y="681"/>
                </a:cubicBezTo>
                <a:cubicBezTo>
                  <a:pt x="1" y="303"/>
                  <a:pt x="303" y="1"/>
                  <a:pt x="668" y="1"/>
                </a:cubicBezTo>
                <a:cubicBezTo>
                  <a:pt x="1046" y="1"/>
                  <a:pt x="1336" y="303"/>
                  <a:pt x="1336" y="6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291748" y="2326828"/>
            <a:ext cx="150286" cy="117325"/>
          </a:xfrm>
          <a:custGeom>
            <a:avLst/>
            <a:gdLst/>
            <a:ahLst/>
            <a:cxnLst/>
            <a:rect l="l" t="t" r="r" b="b"/>
            <a:pathLst>
              <a:path w="921" h="719" extrusionOk="0">
                <a:moveTo>
                  <a:pt x="706" y="139"/>
                </a:moveTo>
                <a:cubicBezTo>
                  <a:pt x="921" y="353"/>
                  <a:pt x="769" y="719"/>
                  <a:pt x="467" y="719"/>
                </a:cubicBezTo>
                <a:cubicBezTo>
                  <a:pt x="152" y="719"/>
                  <a:pt x="1" y="353"/>
                  <a:pt x="215" y="139"/>
                </a:cubicBezTo>
                <a:cubicBezTo>
                  <a:pt x="354" y="1"/>
                  <a:pt x="568" y="1"/>
                  <a:pt x="706" y="13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1580475" y="3901870"/>
            <a:ext cx="197445" cy="197608"/>
          </a:xfrm>
          <a:custGeom>
            <a:avLst/>
            <a:gdLst/>
            <a:ahLst/>
            <a:cxnLst/>
            <a:rect l="l" t="t" r="r" b="b"/>
            <a:pathLst>
              <a:path w="1210" h="1211" extrusionOk="0">
                <a:moveTo>
                  <a:pt x="1210" y="606"/>
                </a:moveTo>
                <a:cubicBezTo>
                  <a:pt x="1210" y="946"/>
                  <a:pt x="945" y="1210"/>
                  <a:pt x="605" y="1210"/>
                </a:cubicBezTo>
                <a:cubicBezTo>
                  <a:pt x="278" y="1210"/>
                  <a:pt x="0" y="946"/>
                  <a:pt x="0" y="606"/>
                </a:cubicBezTo>
                <a:cubicBezTo>
                  <a:pt x="0" y="278"/>
                  <a:pt x="278" y="1"/>
                  <a:pt x="605" y="1"/>
                </a:cubicBezTo>
                <a:cubicBezTo>
                  <a:pt x="945" y="1"/>
                  <a:pt x="1210" y="278"/>
                  <a:pt x="1210" y="60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7371775" y="3962642"/>
            <a:ext cx="255046" cy="255210"/>
          </a:xfrm>
          <a:custGeom>
            <a:avLst/>
            <a:gdLst/>
            <a:ahLst/>
            <a:cxnLst/>
            <a:rect l="l" t="t" r="r" b="b"/>
            <a:pathLst>
              <a:path w="1563" h="1564" extrusionOk="0">
                <a:moveTo>
                  <a:pt x="781" y="1"/>
                </a:moveTo>
                <a:cubicBezTo>
                  <a:pt x="353" y="1"/>
                  <a:pt x="0" y="354"/>
                  <a:pt x="0" y="782"/>
                </a:cubicBezTo>
                <a:cubicBezTo>
                  <a:pt x="0" y="1210"/>
                  <a:pt x="353" y="1563"/>
                  <a:pt x="781" y="1563"/>
                </a:cubicBezTo>
                <a:cubicBezTo>
                  <a:pt x="1210" y="1563"/>
                  <a:pt x="1563" y="1210"/>
                  <a:pt x="1563" y="782"/>
                </a:cubicBezTo>
                <a:cubicBezTo>
                  <a:pt x="1563" y="354"/>
                  <a:pt x="1210" y="1"/>
                  <a:pt x="7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7266201" y="854947"/>
            <a:ext cx="80447" cy="82405"/>
          </a:xfrm>
          <a:custGeom>
            <a:avLst/>
            <a:gdLst/>
            <a:ahLst/>
            <a:cxnLst/>
            <a:rect l="l" t="t" r="r" b="b"/>
            <a:pathLst>
              <a:path w="493" h="505" extrusionOk="0">
                <a:moveTo>
                  <a:pt x="253" y="1"/>
                </a:moveTo>
                <a:cubicBezTo>
                  <a:pt x="114" y="1"/>
                  <a:pt x="1" y="114"/>
                  <a:pt x="1" y="253"/>
                </a:cubicBezTo>
                <a:cubicBezTo>
                  <a:pt x="1" y="391"/>
                  <a:pt x="114" y="505"/>
                  <a:pt x="253" y="505"/>
                </a:cubicBezTo>
                <a:cubicBezTo>
                  <a:pt x="392" y="505"/>
                  <a:pt x="492" y="391"/>
                  <a:pt x="492" y="253"/>
                </a:cubicBezTo>
                <a:cubicBezTo>
                  <a:pt x="492" y="114"/>
                  <a:pt x="392" y="1"/>
                  <a:pt x="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9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"/>
          <p:cNvSpPr txBox="1">
            <a:spLocks noGrp="1"/>
          </p:cNvSpPr>
          <p:nvPr>
            <p:ph type="subTitle" idx="1"/>
          </p:nvPr>
        </p:nvSpPr>
        <p:spPr>
          <a:xfrm>
            <a:off x="720000" y="2210863"/>
            <a:ext cx="7704000" cy="12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5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4"/>
          <p:cNvSpPr txBox="1">
            <a:spLocks noGrp="1"/>
          </p:cNvSpPr>
          <p:nvPr>
            <p:ph type="subTitle" idx="2"/>
          </p:nvPr>
        </p:nvSpPr>
        <p:spPr>
          <a:xfrm>
            <a:off x="2646000" y="3258563"/>
            <a:ext cx="3852000" cy="8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4"/>
          <p:cNvSpPr txBox="1">
            <a:spLocks noGrp="1"/>
          </p:cNvSpPr>
          <p:nvPr>
            <p:ph type="title" hasCustomPrompt="1"/>
          </p:nvPr>
        </p:nvSpPr>
        <p:spPr>
          <a:xfrm>
            <a:off x="1683000" y="708422"/>
            <a:ext cx="5778000" cy="169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None/>
              <a:defRPr sz="12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0"/>
              <a:buFont typeface="Fira Sans Extra Condensed Medium"/>
              <a:buNone/>
              <a:defRPr sz="12000">
                <a:solidFill>
                  <a:srgbClr val="999999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95" name="Google Shape;295;p24"/>
          <p:cNvSpPr/>
          <p:nvPr/>
        </p:nvSpPr>
        <p:spPr>
          <a:xfrm>
            <a:off x="2091104" y="4270980"/>
            <a:ext cx="2402220" cy="976571"/>
          </a:xfrm>
          <a:custGeom>
            <a:avLst/>
            <a:gdLst/>
            <a:ahLst/>
            <a:cxnLst/>
            <a:rect l="l" t="t" r="r" b="b"/>
            <a:pathLst>
              <a:path w="7291" h="2964" extrusionOk="0">
                <a:moveTo>
                  <a:pt x="4075" y="0"/>
                </a:moveTo>
                <a:cubicBezTo>
                  <a:pt x="4016" y="0"/>
                  <a:pt x="3956" y="3"/>
                  <a:pt x="3893" y="9"/>
                </a:cubicBezTo>
                <a:cubicBezTo>
                  <a:pt x="2536" y="142"/>
                  <a:pt x="2910" y="1489"/>
                  <a:pt x="2910" y="1489"/>
                </a:cubicBezTo>
                <a:cubicBezTo>
                  <a:pt x="2810" y="1438"/>
                  <a:pt x="2708" y="1416"/>
                  <a:pt x="2608" y="1416"/>
                </a:cubicBezTo>
                <a:cubicBezTo>
                  <a:pt x="2181" y="1416"/>
                  <a:pt x="1799" y="1825"/>
                  <a:pt x="1824" y="2190"/>
                </a:cubicBezTo>
                <a:cubicBezTo>
                  <a:pt x="1839" y="2463"/>
                  <a:pt x="1669" y="2532"/>
                  <a:pt x="1406" y="2532"/>
                </a:cubicBezTo>
                <a:cubicBezTo>
                  <a:pt x="1235" y="2532"/>
                  <a:pt x="1024" y="2503"/>
                  <a:pt x="800" y="2482"/>
                </a:cubicBezTo>
                <a:cubicBezTo>
                  <a:pt x="773" y="2480"/>
                  <a:pt x="748" y="2479"/>
                  <a:pt x="723" y="2479"/>
                </a:cubicBezTo>
                <a:cubicBezTo>
                  <a:pt x="206" y="2479"/>
                  <a:pt x="1" y="2964"/>
                  <a:pt x="1" y="2964"/>
                </a:cubicBezTo>
                <a:lnTo>
                  <a:pt x="7201" y="2964"/>
                </a:lnTo>
                <a:cubicBezTo>
                  <a:pt x="7290" y="2044"/>
                  <a:pt x="6609" y="1801"/>
                  <a:pt x="6121" y="1801"/>
                </a:cubicBezTo>
                <a:cubicBezTo>
                  <a:pt x="5935" y="1801"/>
                  <a:pt x="5777" y="1837"/>
                  <a:pt x="5701" y="1883"/>
                </a:cubicBezTo>
                <a:cubicBezTo>
                  <a:pt x="5559" y="1973"/>
                  <a:pt x="5364" y="2069"/>
                  <a:pt x="5258" y="2069"/>
                </a:cubicBezTo>
                <a:cubicBezTo>
                  <a:pt x="5158" y="2069"/>
                  <a:pt x="5138" y="1983"/>
                  <a:pt x="5317" y="1724"/>
                </a:cubicBezTo>
                <a:cubicBezTo>
                  <a:pt x="5668" y="1216"/>
                  <a:pt x="5289" y="0"/>
                  <a:pt x="40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" name="Google Shape;296;p24"/>
          <p:cNvGrpSpPr/>
          <p:nvPr/>
        </p:nvGrpSpPr>
        <p:grpSpPr>
          <a:xfrm>
            <a:off x="-1437393" y="3166055"/>
            <a:ext cx="3342193" cy="3142240"/>
            <a:chOff x="-1437393" y="3166055"/>
            <a:chExt cx="3342193" cy="3142240"/>
          </a:xfrm>
        </p:grpSpPr>
        <p:sp>
          <p:nvSpPr>
            <p:cNvPr id="297" name="Google Shape;297;p24"/>
            <p:cNvSpPr/>
            <p:nvPr/>
          </p:nvSpPr>
          <p:spPr>
            <a:xfrm rot="2543314" flipH="1">
              <a:off x="-512630" y="4649624"/>
              <a:ext cx="2402233" cy="976576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4"/>
            <p:cNvSpPr/>
            <p:nvPr/>
          </p:nvSpPr>
          <p:spPr>
            <a:xfrm rot="2543308" flipH="1">
              <a:off x="-1490720" y="3997637"/>
              <a:ext cx="2831414" cy="939699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" name="Google Shape;299;p24"/>
          <p:cNvGrpSpPr/>
          <p:nvPr/>
        </p:nvGrpSpPr>
        <p:grpSpPr>
          <a:xfrm>
            <a:off x="7553120" y="-1059049"/>
            <a:ext cx="2824748" cy="2422231"/>
            <a:chOff x="7208320" y="-1293699"/>
            <a:chExt cx="2824748" cy="2422231"/>
          </a:xfrm>
        </p:grpSpPr>
        <p:sp>
          <p:nvSpPr>
            <p:cNvPr id="300" name="Google Shape;300;p24"/>
            <p:cNvSpPr/>
            <p:nvPr/>
          </p:nvSpPr>
          <p:spPr>
            <a:xfrm rot="-8500548">
              <a:off x="7252289" y="-654086"/>
              <a:ext cx="2402221" cy="976572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 rot="-8500564">
              <a:off x="7243314" y="-507334"/>
              <a:ext cx="2831424" cy="849501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-1862601">
            <a:off x="-1199267" y="-276175"/>
            <a:ext cx="3334421" cy="976597"/>
            <a:chOff x="-4113698" y="70143"/>
            <a:chExt cx="3334333" cy="976571"/>
          </a:xfrm>
        </p:grpSpPr>
        <p:sp>
          <p:nvSpPr>
            <p:cNvPr id="303" name="Google Shape;303;p24"/>
            <p:cNvSpPr/>
            <p:nvPr/>
          </p:nvSpPr>
          <p:spPr>
            <a:xfrm rot="10800000" flipH="1">
              <a:off x="-3181586" y="70143"/>
              <a:ext cx="2402220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 rot="10800000" flipH="1">
              <a:off x="-4113698" y="70155"/>
              <a:ext cx="2831422" cy="939699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5" name="Google Shape;305;p24"/>
          <p:cNvGrpSpPr/>
          <p:nvPr/>
        </p:nvGrpSpPr>
        <p:grpSpPr>
          <a:xfrm>
            <a:off x="4805025" y="3978058"/>
            <a:ext cx="5327689" cy="1205974"/>
            <a:chOff x="4805025" y="3978058"/>
            <a:chExt cx="5327689" cy="1205974"/>
          </a:xfrm>
        </p:grpSpPr>
        <p:sp>
          <p:nvSpPr>
            <p:cNvPr id="306" name="Google Shape;306;p24"/>
            <p:cNvSpPr/>
            <p:nvPr/>
          </p:nvSpPr>
          <p:spPr>
            <a:xfrm>
              <a:off x="4805025" y="4334529"/>
              <a:ext cx="2831422" cy="849503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6113173" y="3978058"/>
              <a:ext cx="4019541" cy="1205974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2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25"/>
          <p:cNvGrpSpPr/>
          <p:nvPr/>
        </p:nvGrpSpPr>
        <p:grpSpPr>
          <a:xfrm>
            <a:off x="-1107923" y="-1389455"/>
            <a:ext cx="11603770" cy="7827215"/>
            <a:chOff x="-1107923" y="-1389455"/>
            <a:chExt cx="11603770" cy="7827215"/>
          </a:xfrm>
        </p:grpSpPr>
        <p:sp>
          <p:nvSpPr>
            <p:cNvPr id="310" name="Google Shape;310;p25"/>
            <p:cNvSpPr/>
            <p:nvPr/>
          </p:nvSpPr>
          <p:spPr>
            <a:xfrm rot="2169362">
              <a:off x="-775978" y="4846585"/>
              <a:ext cx="2402225" cy="976573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5"/>
            <p:cNvSpPr/>
            <p:nvPr/>
          </p:nvSpPr>
          <p:spPr>
            <a:xfrm rot="2169371">
              <a:off x="-1129976" y="4726453"/>
              <a:ext cx="2831432" cy="849505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5"/>
            <p:cNvSpPr/>
            <p:nvPr/>
          </p:nvSpPr>
          <p:spPr>
            <a:xfrm rot="-7200010" flipH="1">
              <a:off x="7377505" y="-398337"/>
              <a:ext cx="2831429" cy="939701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5"/>
            <p:cNvSpPr/>
            <p:nvPr/>
          </p:nvSpPr>
          <p:spPr>
            <a:xfrm rot="-1992378" flipH="1">
              <a:off x="7649458" y="4551062"/>
              <a:ext cx="2402219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5"/>
            <p:cNvSpPr/>
            <p:nvPr/>
          </p:nvSpPr>
          <p:spPr>
            <a:xfrm rot="-1992390" flipH="1">
              <a:off x="7662974" y="4465296"/>
              <a:ext cx="2831436" cy="849504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5"/>
            <p:cNvSpPr/>
            <p:nvPr/>
          </p:nvSpPr>
          <p:spPr>
            <a:xfrm rot="6183256">
              <a:off x="-1129974" y="-211847"/>
              <a:ext cx="2831427" cy="939704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5"/>
            <p:cNvSpPr/>
            <p:nvPr/>
          </p:nvSpPr>
          <p:spPr>
            <a:xfrm>
              <a:off x="8314920" y="429926"/>
              <a:ext cx="218168" cy="220126"/>
            </a:xfrm>
            <a:custGeom>
              <a:avLst/>
              <a:gdLst/>
              <a:ahLst/>
              <a:cxnLst/>
              <a:rect l="l" t="t" r="r" b="b"/>
              <a:pathLst>
                <a:path w="1337" h="1349" extrusionOk="0">
                  <a:moveTo>
                    <a:pt x="1336" y="681"/>
                  </a:moveTo>
                  <a:cubicBezTo>
                    <a:pt x="1336" y="1047"/>
                    <a:pt x="1046" y="1349"/>
                    <a:pt x="668" y="1349"/>
                  </a:cubicBezTo>
                  <a:cubicBezTo>
                    <a:pt x="303" y="1349"/>
                    <a:pt x="1" y="1047"/>
                    <a:pt x="1" y="681"/>
                  </a:cubicBezTo>
                  <a:cubicBezTo>
                    <a:pt x="1" y="303"/>
                    <a:pt x="303" y="1"/>
                    <a:pt x="668" y="1"/>
                  </a:cubicBezTo>
                  <a:cubicBezTo>
                    <a:pt x="1046" y="1"/>
                    <a:pt x="1336" y="303"/>
                    <a:pt x="1336" y="6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8775423" y="2694078"/>
              <a:ext cx="150286" cy="117325"/>
            </a:xfrm>
            <a:custGeom>
              <a:avLst/>
              <a:gdLst/>
              <a:ahLst/>
              <a:cxnLst/>
              <a:rect l="l" t="t" r="r" b="b"/>
              <a:pathLst>
                <a:path w="921" h="719" extrusionOk="0">
                  <a:moveTo>
                    <a:pt x="706" y="139"/>
                  </a:moveTo>
                  <a:cubicBezTo>
                    <a:pt x="921" y="353"/>
                    <a:pt x="769" y="719"/>
                    <a:pt x="467" y="719"/>
                  </a:cubicBezTo>
                  <a:cubicBezTo>
                    <a:pt x="152" y="719"/>
                    <a:pt x="1" y="353"/>
                    <a:pt x="215" y="139"/>
                  </a:cubicBezTo>
                  <a:cubicBezTo>
                    <a:pt x="354" y="1"/>
                    <a:pt x="568" y="1"/>
                    <a:pt x="706" y="1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5436275" y="4791245"/>
              <a:ext cx="197445" cy="197608"/>
            </a:xfrm>
            <a:custGeom>
              <a:avLst/>
              <a:gdLst/>
              <a:ahLst/>
              <a:cxnLst/>
              <a:rect l="l" t="t" r="r" b="b"/>
              <a:pathLst>
                <a:path w="1210" h="1211" extrusionOk="0">
                  <a:moveTo>
                    <a:pt x="1210" y="606"/>
                  </a:moveTo>
                  <a:cubicBezTo>
                    <a:pt x="1210" y="946"/>
                    <a:pt x="945" y="1210"/>
                    <a:pt x="605" y="1210"/>
                  </a:cubicBezTo>
                  <a:cubicBezTo>
                    <a:pt x="278" y="1210"/>
                    <a:pt x="0" y="946"/>
                    <a:pt x="0" y="606"/>
                  </a:cubicBezTo>
                  <a:cubicBezTo>
                    <a:pt x="0" y="278"/>
                    <a:pt x="278" y="1"/>
                    <a:pt x="605" y="1"/>
                  </a:cubicBezTo>
                  <a:cubicBezTo>
                    <a:pt x="945" y="1"/>
                    <a:pt x="1210" y="278"/>
                    <a:pt x="1210" y="60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239363" y="3210454"/>
              <a:ext cx="255046" cy="255210"/>
            </a:xfrm>
            <a:custGeom>
              <a:avLst/>
              <a:gdLst/>
              <a:ahLst/>
              <a:cxnLst/>
              <a:rect l="l" t="t" r="r" b="b"/>
              <a:pathLst>
                <a:path w="1563" h="1564" extrusionOk="0">
                  <a:moveTo>
                    <a:pt x="781" y="1"/>
                  </a:moveTo>
                  <a:cubicBezTo>
                    <a:pt x="353" y="1"/>
                    <a:pt x="0" y="354"/>
                    <a:pt x="0" y="782"/>
                  </a:cubicBezTo>
                  <a:cubicBezTo>
                    <a:pt x="0" y="1210"/>
                    <a:pt x="353" y="1563"/>
                    <a:pt x="781" y="1563"/>
                  </a:cubicBezTo>
                  <a:cubicBezTo>
                    <a:pt x="1210" y="1563"/>
                    <a:pt x="1563" y="1210"/>
                    <a:pt x="1563" y="782"/>
                  </a:cubicBezTo>
                  <a:cubicBezTo>
                    <a:pt x="1563" y="354"/>
                    <a:pt x="1210" y="1"/>
                    <a:pt x="7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1598951" y="429922"/>
              <a:ext cx="80447" cy="82405"/>
            </a:xfrm>
            <a:custGeom>
              <a:avLst/>
              <a:gdLst/>
              <a:ahLst/>
              <a:cxnLst/>
              <a:rect l="l" t="t" r="r" b="b"/>
              <a:pathLst>
                <a:path w="493" h="505" extrusionOk="0">
                  <a:moveTo>
                    <a:pt x="253" y="1"/>
                  </a:moveTo>
                  <a:cubicBezTo>
                    <a:pt x="114" y="1"/>
                    <a:pt x="1" y="114"/>
                    <a:pt x="1" y="253"/>
                  </a:cubicBezTo>
                  <a:cubicBezTo>
                    <a:pt x="1" y="391"/>
                    <a:pt x="114" y="505"/>
                    <a:pt x="253" y="505"/>
                  </a:cubicBezTo>
                  <a:cubicBezTo>
                    <a:pt x="392" y="505"/>
                    <a:pt x="492" y="391"/>
                    <a:pt x="492" y="253"/>
                  </a:cubicBezTo>
                  <a:cubicBezTo>
                    <a:pt x="492" y="114"/>
                    <a:pt x="392" y="1"/>
                    <a:pt x="2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25"/>
          <p:cNvSpPr txBox="1">
            <a:spLocks noGrp="1"/>
          </p:cNvSpPr>
          <p:nvPr>
            <p:ph type="ctrTitle"/>
          </p:nvPr>
        </p:nvSpPr>
        <p:spPr>
          <a:xfrm>
            <a:off x="6273951" y="1594462"/>
            <a:ext cx="1972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2" name="Google Shape;322;p25"/>
          <p:cNvSpPr txBox="1">
            <a:spLocks noGrp="1"/>
          </p:cNvSpPr>
          <p:nvPr>
            <p:ph type="subTitle" idx="1"/>
          </p:nvPr>
        </p:nvSpPr>
        <p:spPr>
          <a:xfrm>
            <a:off x="6290076" y="2145271"/>
            <a:ext cx="2142600" cy="60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25"/>
          <p:cNvSpPr txBox="1">
            <a:spLocks noGrp="1"/>
          </p:cNvSpPr>
          <p:nvPr>
            <p:ph type="ctrTitle" idx="2"/>
          </p:nvPr>
        </p:nvSpPr>
        <p:spPr>
          <a:xfrm>
            <a:off x="6273951" y="3004212"/>
            <a:ext cx="2142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4" name="Google Shape;324;p25"/>
          <p:cNvSpPr txBox="1">
            <a:spLocks noGrp="1"/>
          </p:cNvSpPr>
          <p:nvPr>
            <p:ph type="subTitle" idx="3"/>
          </p:nvPr>
        </p:nvSpPr>
        <p:spPr>
          <a:xfrm>
            <a:off x="6290076" y="3554684"/>
            <a:ext cx="2142600" cy="60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25"/>
          <p:cNvSpPr txBox="1">
            <a:spLocks noGrp="1"/>
          </p:cNvSpPr>
          <p:nvPr>
            <p:ph type="ctrTitle" idx="4"/>
          </p:nvPr>
        </p:nvSpPr>
        <p:spPr>
          <a:xfrm>
            <a:off x="716889" y="1594462"/>
            <a:ext cx="2142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6" name="Google Shape;326;p25"/>
          <p:cNvSpPr txBox="1">
            <a:spLocks noGrp="1"/>
          </p:cNvSpPr>
          <p:nvPr>
            <p:ph type="subTitle" idx="5"/>
          </p:nvPr>
        </p:nvSpPr>
        <p:spPr>
          <a:xfrm>
            <a:off x="733015" y="2145271"/>
            <a:ext cx="2142600" cy="60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7" name="Google Shape;327;p25"/>
          <p:cNvSpPr txBox="1">
            <a:spLocks noGrp="1"/>
          </p:cNvSpPr>
          <p:nvPr>
            <p:ph type="ctrTitle" idx="6"/>
          </p:nvPr>
        </p:nvSpPr>
        <p:spPr>
          <a:xfrm>
            <a:off x="716889" y="3004212"/>
            <a:ext cx="2142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8" name="Google Shape;328;p25"/>
          <p:cNvSpPr txBox="1">
            <a:spLocks noGrp="1"/>
          </p:cNvSpPr>
          <p:nvPr>
            <p:ph type="subTitle" idx="7"/>
          </p:nvPr>
        </p:nvSpPr>
        <p:spPr>
          <a:xfrm>
            <a:off x="733015" y="3554684"/>
            <a:ext cx="2142600" cy="60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9" name="Google Shape;329;p25"/>
          <p:cNvSpPr txBox="1">
            <a:spLocks noGrp="1"/>
          </p:cNvSpPr>
          <p:nvPr>
            <p:ph type="title" idx="8"/>
          </p:nvPr>
        </p:nvSpPr>
        <p:spPr>
          <a:xfrm>
            <a:off x="1780139" y="367712"/>
            <a:ext cx="5589900" cy="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latin typeface="Roboto Slab Regular"/>
                <a:ea typeface="Roboto Slab Regular"/>
                <a:cs typeface="Roboto Slab Regular"/>
                <a:sym typeface="Roboto Slab Regula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26"/>
          <p:cNvGrpSpPr/>
          <p:nvPr/>
        </p:nvGrpSpPr>
        <p:grpSpPr>
          <a:xfrm>
            <a:off x="-1243353" y="1445621"/>
            <a:ext cx="11376068" cy="3710821"/>
            <a:chOff x="-1243353" y="1445621"/>
            <a:chExt cx="11376068" cy="3710821"/>
          </a:xfrm>
        </p:grpSpPr>
        <p:sp>
          <p:nvSpPr>
            <p:cNvPr id="332" name="Google Shape;332;p26"/>
            <p:cNvSpPr/>
            <p:nvPr/>
          </p:nvSpPr>
          <p:spPr>
            <a:xfrm flipH="1">
              <a:off x="-1243353" y="1445621"/>
              <a:ext cx="2626803" cy="3708730"/>
            </a:xfrm>
            <a:custGeom>
              <a:avLst/>
              <a:gdLst/>
              <a:ahLst/>
              <a:cxnLst/>
              <a:rect l="l" t="t" r="r" b="b"/>
              <a:pathLst>
                <a:path w="9175" h="12954" extrusionOk="0">
                  <a:moveTo>
                    <a:pt x="3671" y="1"/>
                  </a:moveTo>
                  <a:cubicBezTo>
                    <a:pt x="2819" y="1"/>
                    <a:pt x="2105" y="491"/>
                    <a:pt x="2105" y="491"/>
                  </a:cubicBezTo>
                  <a:cubicBezTo>
                    <a:pt x="2105" y="491"/>
                    <a:pt x="1311" y="7157"/>
                    <a:pt x="656" y="8694"/>
                  </a:cubicBezTo>
                  <a:cubicBezTo>
                    <a:pt x="1" y="10244"/>
                    <a:pt x="996" y="12953"/>
                    <a:pt x="996" y="12953"/>
                  </a:cubicBezTo>
                  <a:lnTo>
                    <a:pt x="6629" y="12953"/>
                  </a:lnTo>
                  <a:cubicBezTo>
                    <a:pt x="9174" y="10408"/>
                    <a:pt x="7624" y="7522"/>
                    <a:pt x="6440" y="6842"/>
                  </a:cubicBezTo>
                  <a:cubicBezTo>
                    <a:pt x="5268" y="6161"/>
                    <a:pt x="6755" y="3024"/>
                    <a:pt x="5457" y="1045"/>
                  </a:cubicBezTo>
                  <a:cubicBezTo>
                    <a:pt x="4924" y="238"/>
                    <a:pt x="4264" y="1"/>
                    <a:pt x="36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6"/>
            <p:cNvSpPr/>
            <p:nvPr/>
          </p:nvSpPr>
          <p:spPr>
            <a:xfrm rot="5400000" flipH="1">
              <a:off x="45659" y="3303034"/>
              <a:ext cx="2831422" cy="849503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6"/>
            <p:cNvSpPr/>
            <p:nvPr/>
          </p:nvSpPr>
          <p:spPr>
            <a:xfrm flipH="1">
              <a:off x="2169788" y="4177780"/>
              <a:ext cx="2402220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 flipH="1">
              <a:off x="144298" y="4214652"/>
              <a:ext cx="2831422" cy="939699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rgbClr val="FA8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6113173" y="3950468"/>
              <a:ext cx="4019541" cy="1205974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26"/>
          <p:cNvSpPr txBox="1">
            <a:spLocks noGrp="1"/>
          </p:cNvSpPr>
          <p:nvPr>
            <p:ph type="ctrTitle"/>
          </p:nvPr>
        </p:nvSpPr>
        <p:spPr>
          <a:xfrm>
            <a:off x="2389256" y="1568115"/>
            <a:ext cx="2445600" cy="4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8" name="Google Shape;338;p26"/>
          <p:cNvSpPr txBox="1">
            <a:spLocks noGrp="1"/>
          </p:cNvSpPr>
          <p:nvPr>
            <p:ph type="subTitle" idx="1"/>
          </p:nvPr>
        </p:nvSpPr>
        <p:spPr>
          <a:xfrm>
            <a:off x="2389256" y="1884637"/>
            <a:ext cx="2325600" cy="8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26"/>
          <p:cNvSpPr txBox="1">
            <a:spLocks noGrp="1"/>
          </p:cNvSpPr>
          <p:nvPr>
            <p:ph type="ctrTitle" idx="2"/>
          </p:nvPr>
        </p:nvSpPr>
        <p:spPr>
          <a:xfrm>
            <a:off x="4139168" y="3149090"/>
            <a:ext cx="2626800" cy="4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0" name="Google Shape;340;p26"/>
          <p:cNvSpPr txBox="1">
            <a:spLocks noGrp="1"/>
          </p:cNvSpPr>
          <p:nvPr>
            <p:ph type="subTitle" idx="3"/>
          </p:nvPr>
        </p:nvSpPr>
        <p:spPr>
          <a:xfrm>
            <a:off x="4229768" y="3464683"/>
            <a:ext cx="2325600" cy="8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1" name="Google Shape;341;p26"/>
          <p:cNvSpPr txBox="1">
            <a:spLocks noGrp="1"/>
          </p:cNvSpPr>
          <p:nvPr>
            <p:ph type="ctrTitle" idx="4"/>
          </p:nvPr>
        </p:nvSpPr>
        <p:spPr>
          <a:xfrm>
            <a:off x="6070280" y="1568115"/>
            <a:ext cx="2626800" cy="4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2" name="Google Shape;342;p26"/>
          <p:cNvSpPr txBox="1">
            <a:spLocks noGrp="1"/>
          </p:cNvSpPr>
          <p:nvPr>
            <p:ph type="subTitle" idx="5"/>
          </p:nvPr>
        </p:nvSpPr>
        <p:spPr>
          <a:xfrm>
            <a:off x="6070280" y="1883708"/>
            <a:ext cx="2325600" cy="8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3" name="Google Shape;343;p26"/>
          <p:cNvSpPr txBox="1">
            <a:spLocks noGrp="1"/>
          </p:cNvSpPr>
          <p:nvPr>
            <p:ph type="ctrTitle" idx="6"/>
          </p:nvPr>
        </p:nvSpPr>
        <p:spPr>
          <a:xfrm>
            <a:off x="619550" y="400077"/>
            <a:ext cx="7804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344" name="Google Shape;344;p26"/>
          <p:cNvGrpSpPr/>
          <p:nvPr/>
        </p:nvGrpSpPr>
        <p:grpSpPr>
          <a:xfrm>
            <a:off x="-73867" y="231514"/>
            <a:ext cx="8571954" cy="3984852"/>
            <a:chOff x="-73867" y="231514"/>
            <a:chExt cx="8571954" cy="3984852"/>
          </a:xfrm>
        </p:grpSpPr>
        <p:sp>
          <p:nvSpPr>
            <p:cNvPr id="345" name="Google Shape;345;p26"/>
            <p:cNvSpPr/>
            <p:nvPr/>
          </p:nvSpPr>
          <p:spPr>
            <a:xfrm>
              <a:off x="-73867" y="231514"/>
              <a:ext cx="218168" cy="220126"/>
            </a:xfrm>
            <a:custGeom>
              <a:avLst/>
              <a:gdLst/>
              <a:ahLst/>
              <a:cxnLst/>
              <a:rect l="l" t="t" r="r" b="b"/>
              <a:pathLst>
                <a:path w="1337" h="1349" extrusionOk="0">
                  <a:moveTo>
                    <a:pt x="1336" y="681"/>
                  </a:moveTo>
                  <a:cubicBezTo>
                    <a:pt x="1336" y="1047"/>
                    <a:pt x="1046" y="1349"/>
                    <a:pt x="668" y="1349"/>
                  </a:cubicBezTo>
                  <a:cubicBezTo>
                    <a:pt x="303" y="1349"/>
                    <a:pt x="1" y="1047"/>
                    <a:pt x="1" y="681"/>
                  </a:cubicBezTo>
                  <a:cubicBezTo>
                    <a:pt x="1" y="303"/>
                    <a:pt x="303" y="1"/>
                    <a:pt x="668" y="1"/>
                  </a:cubicBezTo>
                  <a:cubicBezTo>
                    <a:pt x="1046" y="1"/>
                    <a:pt x="1336" y="303"/>
                    <a:pt x="1336" y="6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6423911" y="4099041"/>
              <a:ext cx="148165" cy="117325"/>
            </a:xfrm>
            <a:custGeom>
              <a:avLst/>
              <a:gdLst/>
              <a:ahLst/>
              <a:cxnLst/>
              <a:rect l="l" t="t" r="r" b="b"/>
              <a:pathLst>
                <a:path w="908" h="719" extrusionOk="0">
                  <a:moveTo>
                    <a:pt x="693" y="139"/>
                  </a:moveTo>
                  <a:cubicBezTo>
                    <a:pt x="907" y="353"/>
                    <a:pt x="756" y="718"/>
                    <a:pt x="454" y="718"/>
                  </a:cubicBezTo>
                  <a:cubicBezTo>
                    <a:pt x="151" y="718"/>
                    <a:pt x="0" y="353"/>
                    <a:pt x="214" y="139"/>
                  </a:cubicBezTo>
                  <a:cubicBezTo>
                    <a:pt x="340" y="0"/>
                    <a:pt x="554" y="0"/>
                    <a:pt x="693" y="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7168698" y="335366"/>
              <a:ext cx="407291" cy="409249"/>
            </a:xfrm>
            <a:custGeom>
              <a:avLst/>
              <a:gdLst/>
              <a:ahLst/>
              <a:cxnLst/>
              <a:rect l="l" t="t" r="r" b="b"/>
              <a:pathLst>
                <a:path w="2496" h="2508" extrusionOk="0">
                  <a:moveTo>
                    <a:pt x="1248" y="0"/>
                  </a:moveTo>
                  <a:cubicBezTo>
                    <a:pt x="555" y="0"/>
                    <a:pt x="1" y="555"/>
                    <a:pt x="1" y="1248"/>
                  </a:cubicBezTo>
                  <a:cubicBezTo>
                    <a:pt x="1" y="1941"/>
                    <a:pt x="555" y="2508"/>
                    <a:pt x="1248" y="2508"/>
                  </a:cubicBezTo>
                  <a:cubicBezTo>
                    <a:pt x="1941" y="2508"/>
                    <a:pt x="2496" y="1941"/>
                    <a:pt x="2496" y="1248"/>
                  </a:cubicBezTo>
                  <a:cubicBezTo>
                    <a:pt x="2496" y="555"/>
                    <a:pt x="1941" y="0"/>
                    <a:pt x="12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8349922" y="3172384"/>
              <a:ext cx="148165" cy="117325"/>
            </a:xfrm>
            <a:custGeom>
              <a:avLst/>
              <a:gdLst/>
              <a:ahLst/>
              <a:cxnLst/>
              <a:rect l="l" t="t" r="r" b="b"/>
              <a:pathLst>
                <a:path w="908" h="719" extrusionOk="0">
                  <a:moveTo>
                    <a:pt x="694" y="139"/>
                  </a:moveTo>
                  <a:cubicBezTo>
                    <a:pt x="908" y="353"/>
                    <a:pt x="757" y="719"/>
                    <a:pt x="454" y="719"/>
                  </a:cubicBezTo>
                  <a:cubicBezTo>
                    <a:pt x="152" y="719"/>
                    <a:pt x="1" y="353"/>
                    <a:pt x="215" y="139"/>
                  </a:cubicBezTo>
                  <a:cubicBezTo>
                    <a:pt x="341" y="1"/>
                    <a:pt x="555" y="1"/>
                    <a:pt x="694" y="1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8046175" y="3172379"/>
              <a:ext cx="255046" cy="255210"/>
            </a:xfrm>
            <a:custGeom>
              <a:avLst/>
              <a:gdLst/>
              <a:ahLst/>
              <a:cxnLst/>
              <a:rect l="l" t="t" r="r" b="b"/>
              <a:pathLst>
                <a:path w="1563" h="1564" extrusionOk="0">
                  <a:moveTo>
                    <a:pt x="781" y="1"/>
                  </a:moveTo>
                  <a:cubicBezTo>
                    <a:pt x="353" y="1"/>
                    <a:pt x="0" y="354"/>
                    <a:pt x="0" y="782"/>
                  </a:cubicBezTo>
                  <a:cubicBezTo>
                    <a:pt x="0" y="1210"/>
                    <a:pt x="353" y="1563"/>
                    <a:pt x="781" y="1563"/>
                  </a:cubicBezTo>
                  <a:cubicBezTo>
                    <a:pt x="1210" y="1563"/>
                    <a:pt x="1563" y="1210"/>
                    <a:pt x="1563" y="782"/>
                  </a:cubicBezTo>
                  <a:cubicBezTo>
                    <a:pt x="1563" y="354"/>
                    <a:pt x="1210" y="1"/>
                    <a:pt x="7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3356248" y="3388603"/>
              <a:ext cx="150286" cy="117325"/>
            </a:xfrm>
            <a:custGeom>
              <a:avLst/>
              <a:gdLst/>
              <a:ahLst/>
              <a:cxnLst/>
              <a:rect l="l" t="t" r="r" b="b"/>
              <a:pathLst>
                <a:path w="921" h="719" extrusionOk="0">
                  <a:moveTo>
                    <a:pt x="706" y="139"/>
                  </a:moveTo>
                  <a:cubicBezTo>
                    <a:pt x="921" y="353"/>
                    <a:pt x="769" y="719"/>
                    <a:pt x="467" y="719"/>
                  </a:cubicBezTo>
                  <a:cubicBezTo>
                    <a:pt x="152" y="719"/>
                    <a:pt x="1" y="353"/>
                    <a:pt x="215" y="139"/>
                  </a:cubicBezTo>
                  <a:cubicBezTo>
                    <a:pt x="354" y="1"/>
                    <a:pt x="568" y="1"/>
                    <a:pt x="706" y="1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3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9" name="Google Shape;469;p34"/>
          <p:cNvGrpSpPr/>
          <p:nvPr/>
        </p:nvGrpSpPr>
        <p:grpSpPr>
          <a:xfrm>
            <a:off x="-1225037" y="-2037258"/>
            <a:ext cx="11517413" cy="8033444"/>
            <a:chOff x="-1225037" y="-2037258"/>
            <a:chExt cx="11517413" cy="8033444"/>
          </a:xfrm>
        </p:grpSpPr>
        <p:sp>
          <p:nvSpPr>
            <p:cNvPr id="470" name="Google Shape;470;p34"/>
            <p:cNvSpPr/>
            <p:nvPr/>
          </p:nvSpPr>
          <p:spPr>
            <a:xfrm rot="1067096" flipH="1">
              <a:off x="-1133293" y="4223425"/>
              <a:ext cx="2402227" cy="976574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 rot="1067108" flipH="1">
              <a:off x="-1089575" y="4436538"/>
              <a:ext cx="2831419" cy="849502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4"/>
            <p:cNvSpPr/>
            <p:nvPr/>
          </p:nvSpPr>
          <p:spPr>
            <a:xfrm rot="-1800016">
              <a:off x="7726113" y="4261522"/>
              <a:ext cx="2402219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4"/>
            <p:cNvSpPr/>
            <p:nvPr/>
          </p:nvSpPr>
          <p:spPr>
            <a:xfrm rot="-1799988">
              <a:off x="7415698" y="4411583"/>
              <a:ext cx="2831419" cy="939701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rgbClr val="FA8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4"/>
            <p:cNvSpPr/>
            <p:nvPr/>
          </p:nvSpPr>
          <p:spPr>
            <a:xfrm rot="-5888330" flipH="1">
              <a:off x="7630289" y="666606"/>
              <a:ext cx="2402228" cy="976574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4"/>
            <p:cNvSpPr/>
            <p:nvPr/>
          </p:nvSpPr>
          <p:spPr>
            <a:xfrm rot="-5888349" flipH="1">
              <a:off x="7365628" y="-68712"/>
              <a:ext cx="2831424" cy="849504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4"/>
            <p:cNvSpPr/>
            <p:nvPr/>
          </p:nvSpPr>
          <p:spPr>
            <a:xfrm rot="6473126">
              <a:off x="-738336" y="-1232520"/>
              <a:ext cx="2402223" cy="976572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4"/>
            <p:cNvSpPr/>
            <p:nvPr/>
          </p:nvSpPr>
          <p:spPr>
            <a:xfrm rot="6473117">
              <a:off x="-1526628" y="503629"/>
              <a:ext cx="2831424" cy="939697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rgbClr val="FA8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4"/>
            <p:cNvSpPr/>
            <p:nvPr/>
          </p:nvSpPr>
          <p:spPr>
            <a:xfrm flipH="1">
              <a:off x="6279827" y="1294739"/>
              <a:ext cx="218168" cy="220126"/>
            </a:xfrm>
            <a:custGeom>
              <a:avLst/>
              <a:gdLst/>
              <a:ahLst/>
              <a:cxnLst/>
              <a:rect l="l" t="t" r="r" b="b"/>
              <a:pathLst>
                <a:path w="1337" h="1349" extrusionOk="0">
                  <a:moveTo>
                    <a:pt x="1336" y="681"/>
                  </a:moveTo>
                  <a:cubicBezTo>
                    <a:pt x="1336" y="1047"/>
                    <a:pt x="1046" y="1349"/>
                    <a:pt x="668" y="1349"/>
                  </a:cubicBezTo>
                  <a:cubicBezTo>
                    <a:pt x="303" y="1349"/>
                    <a:pt x="1" y="1047"/>
                    <a:pt x="1" y="681"/>
                  </a:cubicBezTo>
                  <a:cubicBezTo>
                    <a:pt x="1" y="303"/>
                    <a:pt x="303" y="1"/>
                    <a:pt x="668" y="1"/>
                  </a:cubicBezTo>
                  <a:cubicBezTo>
                    <a:pt x="1046" y="1"/>
                    <a:pt x="1336" y="303"/>
                    <a:pt x="1336" y="6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4"/>
            <p:cNvSpPr/>
            <p:nvPr/>
          </p:nvSpPr>
          <p:spPr>
            <a:xfrm flipH="1">
              <a:off x="5942627" y="3168566"/>
              <a:ext cx="148165" cy="117325"/>
            </a:xfrm>
            <a:custGeom>
              <a:avLst/>
              <a:gdLst/>
              <a:ahLst/>
              <a:cxnLst/>
              <a:rect l="l" t="t" r="r" b="b"/>
              <a:pathLst>
                <a:path w="908" h="719" extrusionOk="0">
                  <a:moveTo>
                    <a:pt x="693" y="139"/>
                  </a:moveTo>
                  <a:cubicBezTo>
                    <a:pt x="907" y="353"/>
                    <a:pt x="756" y="718"/>
                    <a:pt x="454" y="718"/>
                  </a:cubicBezTo>
                  <a:cubicBezTo>
                    <a:pt x="151" y="718"/>
                    <a:pt x="0" y="353"/>
                    <a:pt x="214" y="139"/>
                  </a:cubicBezTo>
                  <a:cubicBezTo>
                    <a:pt x="340" y="0"/>
                    <a:pt x="554" y="0"/>
                    <a:pt x="693" y="1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4"/>
            <p:cNvSpPr/>
            <p:nvPr/>
          </p:nvSpPr>
          <p:spPr>
            <a:xfrm flipH="1">
              <a:off x="1491351" y="335366"/>
              <a:ext cx="407291" cy="409249"/>
            </a:xfrm>
            <a:custGeom>
              <a:avLst/>
              <a:gdLst/>
              <a:ahLst/>
              <a:cxnLst/>
              <a:rect l="l" t="t" r="r" b="b"/>
              <a:pathLst>
                <a:path w="2496" h="2508" extrusionOk="0">
                  <a:moveTo>
                    <a:pt x="1248" y="0"/>
                  </a:moveTo>
                  <a:cubicBezTo>
                    <a:pt x="555" y="0"/>
                    <a:pt x="1" y="555"/>
                    <a:pt x="1" y="1248"/>
                  </a:cubicBezTo>
                  <a:cubicBezTo>
                    <a:pt x="1" y="1941"/>
                    <a:pt x="555" y="2508"/>
                    <a:pt x="1248" y="2508"/>
                  </a:cubicBezTo>
                  <a:cubicBezTo>
                    <a:pt x="1941" y="2508"/>
                    <a:pt x="2496" y="1941"/>
                    <a:pt x="2496" y="1248"/>
                  </a:cubicBezTo>
                  <a:cubicBezTo>
                    <a:pt x="2496" y="555"/>
                    <a:pt x="1941" y="0"/>
                    <a:pt x="12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4"/>
            <p:cNvSpPr/>
            <p:nvPr/>
          </p:nvSpPr>
          <p:spPr>
            <a:xfrm flipH="1">
              <a:off x="252041" y="2757397"/>
              <a:ext cx="148165" cy="117325"/>
            </a:xfrm>
            <a:custGeom>
              <a:avLst/>
              <a:gdLst/>
              <a:ahLst/>
              <a:cxnLst/>
              <a:rect l="l" t="t" r="r" b="b"/>
              <a:pathLst>
                <a:path w="908" h="719" extrusionOk="0">
                  <a:moveTo>
                    <a:pt x="694" y="139"/>
                  </a:moveTo>
                  <a:cubicBezTo>
                    <a:pt x="908" y="353"/>
                    <a:pt x="757" y="719"/>
                    <a:pt x="454" y="719"/>
                  </a:cubicBezTo>
                  <a:cubicBezTo>
                    <a:pt x="152" y="719"/>
                    <a:pt x="1" y="353"/>
                    <a:pt x="215" y="139"/>
                  </a:cubicBezTo>
                  <a:cubicBezTo>
                    <a:pt x="341" y="1"/>
                    <a:pt x="555" y="1"/>
                    <a:pt x="694" y="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4"/>
            <p:cNvSpPr/>
            <p:nvPr/>
          </p:nvSpPr>
          <p:spPr>
            <a:xfrm flipH="1">
              <a:off x="2241843" y="4692004"/>
              <a:ext cx="255046" cy="255210"/>
            </a:xfrm>
            <a:custGeom>
              <a:avLst/>
              <a:gdLst/>
              <a:ahLst/>
              <a:cxnLst/>
              <a:rect l="l" t="t" r="r" b="b"/>
              <a:pathLst>
                <a:path w="1563" h="1564" extrusionOk="0">
                  <a:moveTo>
                    <a:pt x="781" y="1"/>
                  </a:moveTo>
                  <a:cubicBezTo>
                    <a:pt x="353" y="1"/>
                    <a:pt x="0" y="354"/>
                    <a:pt x="0" y="782"/>
                  </a:cubicBezTo>
                  <a:cubicBezTo>
                    <a:pt x="0" y="1210"/>
                    <a:pt x="353" y="1563"/>
                    <a:pt x="781" y="1563"/>
                  </a:cubicBezTo>
                  <a:cubicBezTo>
                    <a:pt x="1210" y="1563"/>
                    <a:pt x="1563" y="1210"/>
                    <a:pt x="1563" y="782"/>
                  </a:cubicBezTo>
                  <a:cubicBezTo>
                    <a:pt x="1563" y="354"/>
                    <a:pt x="1210" y="1"/>
                    <a:pt x="7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4"/>
            <p:cNvSpPr/>
            <p:nvPr/>
          </p:nvSpPr>
          <p:spPr>
            <a:xfrm flipH="1">
              <a:off x="6279831" y="4947216"/>
              <a:ext cx="150286" cy="117325"/>
            </a:xfrm>
            <a:custGeom>
              <a:avLst/>
              <a:gdLst/>
              <a:ahLst/>
              <a:cxnLst/>
              <a:rect l="l" t="t" r="r" b="b"/>
              <a:pathLst>
                <a:path w="921" h="719" extrusionOk="0">
                  <a:moveTo>
                    <a:pt x="706" y="139"/>
                  </a:moveTo>
                  <a:cubicBezTo>
                    <a:pt x="921" y="353"/>
                    <a:pt x="769" y="719"/>
                    <a:pt x="467" y="719"/>
                  </a:cubicBezTo>
                  <a:cubicBezTo>
                    <a:pt x="152" y="719"/>
                    <a:pt x="1" y="353"/>
                    <a:pt x="215" y="139"/>
                  </a:cubicBezTo>
                  <a:cubicBezTo>
                    <a:pt x="354" y="1"/>
                    <a:pt x="568" y="1"/>
                    <a:pt x="706" y="1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3_1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35"/>
          <p:cNvGrpSpPr/>
          <p:nvPr/>
        </p:nvGrpSpPr>
        <p:grpSpPr>
          <a:xfrm>
            <a:off x="-760624" y="-18432"/>
            <a:ext cx="11689498" cy="5180359"/>
            <a:chOff x="-760624" y="-18432"/>
            <a:chExt cx="11689498" cy="5180359"/>
          </a:xfrm>
        </p:grpSpPr>
        <p:sp>
          <p:nvSpPr>
            <p:cNvPr id="486" name="Google Shape;486;p35"/>
            <p:cNvSpPr/>
            <p:nvPr/>
          </p:nvSpPr>
          <p:spPr>
            <a:xfrm>
              <a:off x="6766141" y="4185355"/>
              <a:ext cx="2402220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5"/>
            <p:cNvSpPr/>
            <p:nvPr/>
          </p:nvSpPr>
          <p:spPr>
            <a:xfrm>
              <a:off x="5753650" y="4312423"/>
              <a:ext cx="2831422" cy="849503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5"/>
            <p:cNvSpPr/>
            <p:nvPr/>
          </p:nvSpPr>
          <p:spPr>
            <a:xfrm flipH="1">
              <a:off x="1342238" y="4185355"/>
              <a:ext cx="2402220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5"/>
            <p:cNvSpPr/>
            <p:nvPr/>
          </p:nvSpPr>
          <p:spPr>
            <a:xfrm flipH="1">
              <a:off x="-683252" y="4222227"/>
              <a:ext cx="2831422" cy="939699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rgbClr val="FA8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5"/>
            <p:cNvSpPr/>
            <p:nvPr/>
          </p:nvSpPr>
          <p:spPr>
            <a:xfrm rot="10800000">
              <a:off x="-760624" y="-18432"/>
              <a:ext cx="2402220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5"/>
            <p:cNvSpPr/>
            <p:nvPr/>
          </p:nvSpPr>
          <p:spPr>
            <a:xfrm rot="10800000">
              <a:off x="-177335" y="-18432"/>
              <a:ext cx="2831422" cy="849503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5"/>
            <p:cNvSpPr/>
            <p:nvPr/>
          </p:nvSpPr>
          <p:spPr>
            <a:xfrm rot="10800000" flipH="1">
              <a:off x="6501164" y="5"/>
              <a:ext cx="2402220" cy="976571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5"/>
            <p:cNvSpPr/>
            <p:nvPr/>
          </p:nvSpPr>
          <p:spPr>
            <a:xfrm rot="10800000" flipH="1">
              <a:off x="8097452" y="5"/>
              <a:ext cx="2831422" cy="939699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rgbClr val="FA81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3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6"/>
          <p:cNvSpPr/>
          <p:nvPr/>
        </p:nvSpPr>
        <p:spPr>
          <a:xfrm rot="2169362">
            <a:off x="-775978" y="4846585"/>
            <a:ext cx="2402225" cy="976573"/>
          </a:xfrm>
          <a:custGeom>
            <a:avLst/>
            <a:gdLst/>
            <a:ahLst/>
            <a:cxnLst/>
            <a:rect l="l" t="t" r="r" b="b"/>
            <a:pathLst>
              <a:path w="7291" h="2964" extrusionOk="0">
                <a:moveTo>
                  <a:pt x="4075" y="0"/>
                </a:moveTo>
                <a:cubicBezTo>
                  <a:pt x="4016" y="0"/>
                  <a:pt x="3956" y="3"/>
                  <a:pt x="3893" y="9"/>
                </a:cubicBezTo>
                <a:cubicBezTo>
                  <a:pt x="2536" y="142"/>
                  <a:pt x="2910" y="1489"/>
                  <a:pt x="2910" y="1489"/>
                </a:cubicBezTo>
                <a:cubicBezTo>
                  <a:pt x="2810" y="1438"/>
                  <a:pt x="2708" y="1416"/>
                  <a:pt x="2608" y="1416"/>
                </a:cubicBezTo>
                <a:cubicBezTo>
                  <a:pt x="2181" y="1416"/>
                  <a:pt x="1799" y="1825"/>
                  <a:pt x="1824" y="2190"/>
                </a:cubicBezTo>
                <a:cubicBezTo>
                  <a:pt x="1839" y="2463"/>
                  <a:pt x="1669" y="2532"/>
                  <a:pt x="1406" y="2532"/>
                </a:cubicBezTo>
                <a:cubicBezTo>
                  <a:pt x="1235" y="2532"/>
                  <a:pt x="1024" y="2503"/>
                  <a:pt x="800" y="2482"/>
                </a:cubicBezTo>
                <a:cubicBezTo>
                  <a:pt x="773" y="2480"/>
                  <a:pt x="748" y="2479"/>
                  <a:pt x="723" y="2479"/>
                </a:cubicBezTo>
                <a:cubicBezTo>
                  <a:pt x="206" y="2479"/>
                  <a:pt x="1" y="2964"/>
                  <a:pt x="1" y="2964"/>
                </a:cubicBezTo>
                <a:lnTo>
                  <a:pt x="7201" y="2964"/>
                </a:lnTo>
                <a:cubicBezTo>
                  <a:pt x="7290" y="2044"/>
                  <a:pt x="6609" y="1801"/>
                  <a:pt x="6121" y="1801"/>
                </a:cubicBezTo>
                <a:cubicBezTo>
                  <a:pt x="5935" y="1801"/>
                  <a:pt x="5777" y="1837"/>
                  <a:pt x="5701" y="1883"/>
                </a:cubicBezTo>
                <a:cubicBezTo>
                  <a:pt x="5559" y="1973"/>
                  <a:pt x="5364" y="2069"/>
                  <a:pt x="5258" y="2069"/>
                </a:cubicBezTo>
                <a:cubicBezTo>
                  <a:pt x="5158" y="2069"/>
                  <a:pt x="5138" y="1983"/>
                  <a:pt x="5317" y="1724"/>
                </a:cubicBezTo>
                <a:cubicBezTo>
                  <a:pt x="5668" y="1216"/>
                  <a:pt x="5289" y="0"/>
                  <a:pt x="40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6"/>
          <p:cNvSpPr/>
          <p:nvPr/>
        </p:nvSpPr>
        <p:spPr>
          <a:xfrm rot="2169371">
            <a:off x="-1129976" y="4726453"/>
            <a:ext cx="2831432" cy="849505"/>
          </a:xfrm>
          <a:custGeom>
            <a:avLst/>
            <a:gdLst/>
            <a:ahLst/>
            <a:cxnLst/>
            <a:rect l="l" t="t" r="r" b="b"/>
            <a:pathLst>
              <a:path w="8056" h="2417" extrusionOk="0">
                <a:moveTo>
                  <a:pt x="2839" y="1"/>
                </a:moveTo>
                <a:cubicBezTo>
                  <a:pt x="2802" y="1"/>
                  <a:pt x="2764" y="2"/>
                  <a:pt x="2725" y="5"/>
                </a:cubicBezTo>
                <a:cubicBezTo>
                  <a:pt x="1460" y="82"/>
                  <a:pt x="1142" y="1208"/>
                  <a:pt x="1204" y="1603"/>
                </a:cubicBezTo>
                <a:cubicBezTo>
                  <a:pt x="1249" y="1923"/>
                  <a:pt x="1169" y="2062"/>
                  <a:pt x="942" y="2062"/>
                </a:cubicBezTo>
                <a:cubicBezTo>
                  <a:pt x="886" y="2062"/>
                  <a:pt x="821" y="2054"/>
                  <a:pt x="748" y="2038"/>
                </a:cubicBezTo>
                <a:cubicBezTo>
                  <a:pt x="719" y="2032"/>
                  <a:pt x="690" y="2029"/>
                  <a:pt x="661" y="2029"/>
                </a:cubicBezTo>
                <a:cubicBezTo>
                  <a:pt x="318" y="2029"/>
                  <a:pt x="0" y="2417"/>
                  <a:pt x="0" y="2417"/>
                </a:cubicBezTo>
                <a:lnTo>
                  <a:pt x="8056" y="2417"/>
                </a:lnTo>
                <a:cubicBezTo>
                  <a:pt x="7838" y="1932"/>
                  <a:pt x="7426" y="1808"/>
                  <a:pt x="7041" y="1808"/>
                </a:cubicBezTo>
                <a:cubicBezTo>
                  <a:pt x="6657" y="1808"/>
                  <a:pt x="6299" y="1930"/>
                  <a:pt x="6181" y="1941"/>
                </a:cubicBezTo>
                <a:cubicBezTo>
                  <a:pt x="6178" y="1941"/>
                  <a:pt x="6176" y="1941"/>
                  <a:pt x="6173" y="1941"/>
                </a:cubicBezTo>
                <a:cubicBezTo>
                  <a:pt x="5948" y="1941"/>
                  <a:pt x="6208" y="1148"/>
                  <a:pt x="5470" y="834"/>
                </a:cubicBezTo>
                <a:cubicBezTo>
                  <a:pt x="5329" y="775"/>
                  <a:pt x="5196" y="751"/>
                  <a:pt x="5073" y="751"/>
                </a:cubicBezTo>
                <a:cubicBezTo>
                  <a:pt x="4536" y="751"/>
                  <a:pt x="4184" y="1208"/>
                  <a:pt x="4184" y="1208"/>
                </a:cubicBezTo>
                <a:cubicBezTo>
                  <a:pt x="4184" y="1208"/>
                  <a:pt x="4001" y="1"/>
                  <a:pt x="28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6"/>
          <p:cNvSpPr/>
          <p:nvPr/>
        </p:nvSpPr>
        <p:spPr>
          <a:xfrm rot="-7200010" flipH="1">
            <a:off x="7377505" y="-398337"/>
            <a:ext cx="2831429" cy="939701"/>
          </a:xfrm>
          <a:custGeom>
            <a:avLst/>
            <a:gdLst/>
            <a:ahLst/>
            <a:cxnLst/>
            <a:rect l="l" t="t" r="r" b="b"/>
            <a:pathLst>
              <a:path w="8056" h="2417" extrusionOk="0">
                <a:moveTo>
                  <a:pt x="2839" y="1"/>
                </a:moveTo>
                <a:cubicBezTo>
                  <a:pt x="2802" y="1"/>
                  <a:pt x="2764" y="2"/>
                  <a:pt x="2725" y="5"/>
                </a:cubicBezTo>
                <a:cubicBezTo>
                  <a:pt x="1460" y="82"/>
                  <a:pt x="1142" y="1208"/>
                  <a:pt x="1204" y="1603"/>
                </a:cubicBezTo>
                <a:cubicBezTo>
                  <a:pt x="1249" y="1923"/>
                  <a:pt x="1169" y="2062"/>
                  <a:pt x="942" y="2062"/>
                </a:cubicBezTo>
                <a:cubicBezTo>
                  <a:pt x="886" y="2062"/>
                  <a:pt x="821" y="2054"/>
                  <a:pt x="748" y="2038"/>
                </a:cubicBezTo>
                <a:cubicBezTo>
                  <a:pt x="719" y="2032"/>
                  <a:pt x="690" y="2029"/>
                  <a:pt x="661" y="2029"/>
                </a:cubicBezTo>
                <a:cubicBezTo>
                  <a:pt x="318" y="2029"/>
                  <a:pt x="0" y="2417"/>
                  <a:pt x="0" y="2417"/>
                </a:cubicBezTo>
                <a:lnTo>
                  <a:pt x="8056" y="2417"/>
                </a:lnTo>
                <a:cubicBezTo>
                  <a:pt x="7838" y="1932"/>
                  <a:pt x="7426" y="1808"/>
                  <a:pt x="7041" y="1808"/>
                </a:cubicBezTo>
                <a:cubicBezTo>
                  <a:pt x="6657" y="1808"/>
                  <a:pt x="6299" y="1930"/>
                  <a:pt x="6181" y="1941"/>
                </a:cubicBezTo>
                <a:cubicBezTo>
                  <a:pt x="6178" y="1941"/>
                  <a:pt x="6176" y="1941"/>
                  <a:pt x="6173" y="1941"/>
                </a:cubicBezTo>
                <a:cubicBezTo>
                  <a:pt x="5948" y="1941"/>
                  <a:pt x="6208" y="1148"/>
                  <a:pt x="5470" y="834"/>
                </a:cubicBezTo>
                <a:cubicBezTo>
                  <a:pt x="5329" y="775"/>
                  <a:pt x="5196" y="751"/>
                  <a:pt x="5073" y="751"/>
                </a:cubicBezTo>
                <a:cubicBezTo>
                  <a:pt x="4536" y="751"/>
                  <a:pt x="4184" y="1208"/>
                  <a:pt x="4184" y="1208"/>
                </a:cubicBezTo>
                <a:cubicBezTo>
                  <a:pt x="4184" y="1208"/>
                  <a:pt x="4001" y="1"/>
                  <a:pt x="2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6"/>
          <p:cNvSpPr/>
          <p:nvPr/>
        </p:nvSpPr>
        <p:spPr>
          <a:xfrm rot="-1992378" flipH="1">
            <a:off x="7649458" y="4551062"/>
            <a:ext cx="2402219" cy="976571"/>
          </a:xfrm>
          <a:custGeom>
            <a:avLst/>
            <a:gdLst/>
            <a:ahLst/>
            <a:cxnLst/>
            <a:rect l="l" t="t" r="r" b="b"/>
            <a:pathLst>
              <a:path w="7291" h="2964" extrusionOk="0">
                <a:moveTo>
                  <a:pt x="4075" y="0"/>
                </a:moveTo>
                <a:cubicBezTo>
                  <a:pt x="4016" y="0"/>
                  <a:pt x="3956" y="3"/>
                  <a:pt x="3893" y="9"/>
                </a:cubicBezTo>
                <a:cubicBezTo>
                  <a:pt x="2536" y="142"/>
                  <a:pt x="2910" y="1489"/>
                  <a:pt x="2910" y="1489"/>
                </a:cubicBezTo>
                <a:cubicBezTo>
                  <a:pt x="2810" y="1438"/>
                  <a:pt x="2708" y="1416"/>
                  <a:pt x="2608" y="1416"/>
                </a:cubicBezTo>
                <a:cubicBezTo>
                  <a:pt x="2181" y="1416"/>
                  <a:pt x="1799" y="1825"/>
                  <a:pt x="1824" y="2190"/>
                </a:cubicBezTo>
                <a:cubicBezTo>
                  <a:pt x="1839" y="2463"/>
                  <a:pt x="1669" y="2532"/>
                  <a:pt x="1406" y="2532"/>
                </a:cubicBezTo>
                <a:cubicBezTo>
                  <a:pt x="1235" y="2532"/>
                  <a:pt x="1024" y="2503"/>
                  <a:pt x="800" y="2482"/>
                </a:cubicBezTo>
                <a:cubicBezTo>
                  <a:pt x="773" y="2480"/>
                  <a:pt x="748" y="2479"/>
                  <a:pt x="723" y="2479"/>
                </a:cubicBezTo>
                <a:cubicBezTo>
                  <a:pt x="206" y="2479"/>
                  <a:pt x="1" y="2964"/>
                  <a:pt x="1" y="2964"/>
                </a:cubicBezTo>
                <a:lnTo>
                  <a:pt x="7201" y="2964"/>
                </a:lnTo>
                <a:cubicBezTo>
                  <a:pt x="7290" y="2044"/>
                  <a:pt x="6609" y="1801"/>
                  <a:pt x="6121" y="1801"/>
                </a:cubicBezTo>
                <a:cubicBezTo>
                  <a:pt x="5935" y="1801"/>
                  <a:pt x="5777" y="1837"/>
                  <a:pt x="5701" y="1883"/>
                </a:cubicBezTo>
                <a:cubicBezTo>
                  <a:pt x="5559" y="1973"/>
                  <a:pt x="5364" y="2069"/>
                  <a:pt x="5258" y="2069"/>
                </a:cubicBezTo>
                <a:cubicBezTo>
                  <a:pt x="5158" y="2069"/>
                  <a:pt x="5138" y="1983"/>
                  <a:pt x="5317" y="1724"/>
                </a:cubicBezTo>
                <a:cubicBezTo>
                  <a:pt x="5668" y="1216"/>
                  <a:pt x="5289" y="0"/>
                  <a:pt x="40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6"/>
          <p:cNvSpPr/>
          <p:nvPr/>
        </p:nvSpPr>
        <p:spPr>
          <a:xfrm rot="-1992390" flipH="1">
            <a:off x="7662974" y="4465296"/>
            <a:ext cx="2831436" cy="849504"/>
          </a:xfrm>
          <a:custGeom>
            <a:avLst/>
            <a:gdLst/>
            <a:ahLst/>
            <a:cxnLst/>
            <a:rect l="l" t="t" r="r" b="b"/>
            <a:pathLst>
              <a:path w="8056" h="2417" extrusionOk="0">
                <a:moveTo>
                  <a:pt x="2839" y="1"/>
                </a:moveTo>
                <a:cubicBezTo>
                  <a:pt x="2802" y="1"/>
                  <a:pt x="2764" y="2"/>
                  <a:pt x="2725" y="5"/>
                </a:cubicBezTo>
                <a:cubicBezTo>
                  <a:pt x="1460" y="82"/>
                  <a:pt x="1142" y="1208"/>
                  <a:pt x="1204" y="1603"/>
                </a:cubicBezTo>
                <a:cubicBezTo>
                  <a:pt x="1249" y="1923"/>
                  <a:pt x="1169" y="2062"/>
                  <a:pt x="942" y="2062"/>
                </a:cubicBezTo>
                <a:cubicBezTo>
                  <a:pt x="886" y="2062"/>
                  <a:pt x="821" y="2054"/>
                  <a:pt x="748" y="2038"/>
                </a:cubicBezTo>
                <a:cubicBezTo>
                  <a:pt x="719" y="2032"/>
                  <a:pt x="690" y="2029"/>
                  <a:pt x="661" y="2029"/>
                </a:cubicBezTo>
                <a:cubicBezTo>
                  <a:pt x="318" y="2029"/>
                  <a:pt x="0" y="2417"/>
                  <a:pt x="0" y="2417"/>
                </a:cubicBezTo>
                <a:lnTo>
                  <a:pt x="8056" y="2417"/>
                </a:lnTo>
                <a:cubicBezTo>
                  <a:pt x="7838" y="1932"/>
                  <a:pt x="7426" y="1808"/>
                  <a:pt x="7041" y="1808"/>
                </a:cubicBezTo>
                <a:cubicBezTo>
                  <a:pt x="6657" y="1808"/>
                  <a:pt x="6299" y="1930"/>
                  <a:pt x="6181" y="1941"/>
                </a:cubicBezTo>
                <a:cubicBezTo>
                  <a:pt x="6178" y="1941"/>
                  <a:pt x="6176" y="1941"/>
                  <a:pt x="6173" y="1941"/>
                </a:cubicBezTo>
                <a:cubicBezTo>
                  <a:pt x="5948" y="1941"/>
                  <a:pt x="6208" y="1148"/>
                  <a:pt x="5470" y="834"/>
                </a:cubicBezTo>
                <a:cubicBezTo>
                  <a:pt x="5329" y="775"/>
                  <a:pt x="5196" y="751"/>
                  <a:pt x="5073" y="751"/>
                </a:cubicBezTo>
                <a:cubicBezTo>
                  <a:pt x="4536" y="751"/>
                  <a:pt x="4184" y="1208"/>
                  <a:pt x="4184" y="1208"/>
                </a:cubicBezTo>
                <a:cubicBezTo>
                  <a:pt x="4184" y="1208"/>
                  <a:pt x="4001" y="1"/>
                  <a:pt x="28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6"/>
          <p:cNvSpPr/>
          <p:nvPr/>
        </p:nvSpPr>
        <p:spPr>
          <a:xfrm rot="6183256">
            <a:off x="-1129974" y="-211847"/>
            <a:ext cx="2831427" cy="939704"/>
          </a:xfrm>
          <a:custGeom>
            <a:avLst/>
            <a:gdLst/>
            <a:ahLst/>
            <a:cxnLst/>
            <a:rect l="l" t="t" r="r" b="b"/>
            <a:pathLst>
              <a:path w="8056" h="2417" extrusionOk="0">
                <a:moveTo>
                  <a:pt x="2839" y="1"/>
                </a:moveTo>
                <a:cubicBezTo>
                  <a:pt x="2802" y="1"/>
                  <a:pt x="2764" y="2"/>
                  <a:pt x="2725" y="5"/>
                </a:cubicBezTo>
                <a:cubicBezTo>
                  <a:pt x="1460" y="82"/>
                  <a:pt x="1142" y="1208"/>
                  <a:pt x="1204" y="1603"/>
                </a:cubicBezTo>
                <a:cubicBezTo>
                  <a:pt x="1249" y="1923"/>
                  <a:pt x="1169" y="2062"/>
                  <a:pt x="942" y="2062"/>
                </a:cubicBezTo>
                <a:cubicBezTo>
                  <a:pt x="886" y="2062"/>
                  <a:pt x="821" y="2054"/>
                  <a:pt x="748" y="2038"/>
                </a:cubicBezTo>
                <a:cubicBezTo>
                  <a:pt x="719" y="2032"/>
                  <a:pt x="690" y="2029"/>
                  <a:pt x="661" y="2029"/>
                </a:cubicBezTo>
                <a:cubicBezTo>
                  <a:pt x="318" y="2029"/>
                  <a:pt x="0" y="2417"/>
                  <a:pt x="0" y="2417"/>
                </a:cubicBezTo>
                <a:lnTo>
                  <a:pt x="8056" y="2417"/>
                </a:lnTo>
                <a:cubicBezTo>
                  <a:pt x="7838" y="1932"/>
                  <a:pt x="7426" y="1808"/>
                  <a:pt x="7041" y="1808"/>
                </a:cubicBezTo>
                <a:cubicBezTo>
                  <a:pt x="6657" y="1808"/>
                  <a:pt x="6299" y="1930"/>
                  <a:pt x="6181" y="1941"/>
                </a:cubicBezTo>
                <a:cubicBezTo>
                  <a:pt x="6178" y="1941"/>
                  <a:pt x="6176" y="1941"/>
                  <a:pt x="6173" y="1941"/>
                </a:cubicBezTo>
                <a:cubicBezTo>
                  <a:pt x="5948" y="1941"/>
                  <a:pt x="6208" y="1148"/>
                  <a:pt x="5470" y="834"/>
                </a:cubicBezTo>
                <a:cubicBezTo>
                  <a:pt x="5329" y="775"/>
                  <a:pt x="5196" y="751"/>
                  <a:pt x="5073" y="751"/>
                </a:cubicBezTo>
                <a:cubicBezTo>
                  <a:pt x="4536" y="751"/>
                  <a:pt x="4184" y="1208"/>
                  <a:pt x="4184" y="1208"/>
                </a:cubicBezTo>
                <a:cubicBezTo>
                  <a:pt x="4184" y="1208"/>
                  <a:pt x="4001" y="1"/>
                  <a:pt x="28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6"/>
          <p:cNvSpPr/>
          <p:nvPr/>
        </p:nvSpPr>
        <p:spPr>
          <a:xfrm>
            <a:off x="8314920" y="429926"/>
            <a:ext cx="218168" cy="220126"/>
          </a:xfrm>
          <a:custGeom>
            <a:avLst/>
            <a:gdLst/>
            <a:ahLst/>
            <a:cxnLst/>
            <a:rect l="l" t="t" r="r" b="b"/>
            <a:pathLst>
              <a:path w="1337" h="1349" extrusionOk="0">
                <a:moveTo>
                  <a:pt x="1336" y="681"/>
                </a:moveTo>
                <a:cubicBezTo>
                  <a:pt x="1336" y="1047"/>
                  <a:pt x="1046" y="1349"/>
                  <a:pt x="668" y="1349"/>
                </a:cubicBezTo>
                <a:cubicBezTo>
                  <a:pt x="303" y="1349"/>
                  <a:pt x="1" y="1047"/>
                  <a:pt x="1" y="681"/>
                </a:cubicBezTo>
                <a:cubicBezTo>
                  <a:pt x="1" y="303"/>
                  <a:pt x="303" y="1"/>
                  <a:pt x="668" y="1"/>
                </a:cubicBezTo>
                <a:cubicBezTo>
                  <a:pt x="1046" y="1"/>
                  <a:pt x="1336" y="303"/>
                  <a:pt x="1336" y="6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36"/>
          <p:cNvSpPr/>
          <p:nvPr/>
        </p:nvSpPr>
        <p:spPr>
          <a:xfrm>
            <a:off x="8775423" y="2694078"/>
            <a:ext cx="150286" cy="117325"/>
          </a:xfrm>
          <a:custGeom>
            <a:avLst/>
            <a:gdLst/>
            <a:ahLst/>
            <a:cxnLst/>
            <a:rect l="l" t="t" r="r" b="b"/>
            <a:pathLst>
              <a:path w="921" h="719" extrusionOk="0">
                <a:moveTo>
                  <a:pt x="706" y="139"/>
                </a:moveTo>
                <a:cubicBezTo>
                  <a:pt x="921" y="353"/>
                  <a:pt x="769" y="719"/>
                  <a:pt x="467" y="719"/>
                </a:cubicBezTo>
                <a:cubicBezTo>
                  <a:pt x="152" y="719"/>
                  <a:pt x="1" y="353"/>
                  <a:pt x="215" y="139"/>
                </a:cubicBezTo>
                <a:cubicBezTo>
                  <a:pt x="354" y="1"/>
                  <a:pt x="568" y="1"/>
                  <a:pt x="706" y="13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6"/>
          <p:cNvSpPr/>
          <p:nvPr/>
        </p:nvSpPr>
        <p:spPr>
          <a:xfrm>
            <a:off x="5436275" y="4791245"/>
            <a:ext cx="197445" cy="197608"/>
          </a:xfrm>
          <a:custGeom>
            <a:avLst/>
            <a:gdLst/>
            <a:ahLst/>
            <a:cxnLst/>
            <a:rect l="l" t="t" r="r" b="b"/>
            <a:pathLst>
              <a:path w="1210" h="1211" extrusionOk="0">
                <a:moveTo>
                  <a:pt x="1210" y="606"/>
                </a:moveTo>
                <a:cubicBezTo>
                  <a:pt x="1210" y="946"/>
                  <a:pt x="945" y="1210"/>
                  <a:pt x="605" y="1210"/>
                </a:cubicBezTo>
                <a:cubicBezTo>
                  <a:pt x="278" y="1210"/>
                  <a:pt x="0" y="946"/>
                  <a:pt x="0" y="606"/>
                </a:cubicBezTo>
                <a:cubicBezTo>
                  <a:pt x="0" y="278"/>
                  <a:pt x="278" y="1"/>
                  <a:pt x="605" y="1"/>
                </a:cubicBezTo>
                <a:cubicBezTo>
                  <a:pt x="945" y="1"/>
                  <a:pt x="1210" y="278"/>
                  <a:pt x="1210" y="60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36"/>
          <p:cNvSpPr/>
          <p:nvPr/>
        </p:nvSpPr>
        <p:spPr>
          <a:xfrm>
            <a:off x="239363" y="3210454"/>
            <a:ext cx="255046" cy="255210"/>
          </a:xfrm>
          <a:custGeom>
            <a:avLst/>
            <a:gdLst/>
            <a:ahLst/>
            <a:cxnLst/>
            <a:rect l="l" t="t" r="r" b="b"/>
            <a:pathLst>
              <a:path w="1563" h="1564" extrusionOk="0">
                <a:moveTo>
                  <a:pt x="781" y="1"/>
                </a:moveTo>
                <a:cubicBezTo>
                  <a:pt x="353" y="1"/>
                  <a:pt x="0" y="354"/>
                  <a:pt x="0" y="782"/>
                </a:cubicBezTo>
                <a:cubicBezTo>
                  <a:pt x="0" y="1210"/>
                  <a:pt x="353" y="1563"/>
                  <a:pt x="781" y="1563"/>
                </a:cubicBezTo>
                <a:cubicBezTo>
                  <a:pt x="1210" y="1563"/>
                  <a:pt x="1563" y="1210"/>
                  <a:pt x="1563" y="782"/>
                </a:cubicBezTo>
                <a:cubicBezTo>
                  <a:pt x="1563" y="354"/>
                  <a:pt x="1210" y="1"/>
                  <a:pt x="7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6"/>
          <p:cNvSpPr/>
          <p:nvPr/>
        </p:nvSpPr>
        <p:spPr>
          <a:xfrm>
            <a:off x="1598951" y="429922"/>
            <a:ext cx="80447" cy="82405"/>
          </a:xfrm>
          <a:custGeom>
            <a:avLst/>
            <a:gdLst/>
            <a:ahLst/>
            <a:cxnLst/>
            <a:rect l="l" t="t" r="r" b="b"/>
            <a:pathLst>
              <a:path w="493" h="505" extrusionOk="0">
                <a:moveTo>
                  <a:pt x="253" y="1"/>
                </a:moveTo>
                <a:cubicBezTo>
                  <a:pt x="114" y="1"/>
                  <a:pt x="1" y="114"/>
                  <a:pt x="1" y="253"/>
                </a:cubicBezTo>
                <a:cubicBezTo>
                  <a:pt x="1" y="391"/>
                  <a:pt x="114" y="505"/>
                  <a:pt x="253" y="505"/>
                </a:cubicBezTo>
                <a:cubicBezTo>
                  <a:pt x="392" y="505"/>
                  <a:pt x="492" y="391"/>
                  <a:pt x="492" y="253"/>
                </a:cubicBezTo>
                <a:cubicBezTo>
                  <a:pt x="492" y="114"/>
                  <a:pt x="392" y="1"/>
                  <a:pt x="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3_1_1_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37"/>
          <p:cNvGrpSpPr/>
          <p:nvPr/>
        </p:nvGrpSpPr>
        <p:grpSpPr>
          <a:xfrm>
            <a:off x="-1659852" y="-92844"/>
            <a:ext cx="13519016" cy="5431162"/>
            <a:chOff x="-1659852" y="-92844"/>
            <a:chExt cx="13519016" cy="5431162"/>
          </a:xfrm>
        </p:grpSpPr>
        <p:sp>
          <p:nvSpPr>
            <p:cNvPr id="508" name="Google Shape;508;p37"/>
            <p:cNvSpPr/>
            <p:nvPr/>
          </p:nvSpPr>
          <p:spPr>
            <a:xfrm rot="10800000">
              <a:off x="-983153" y="-92844"/>
              <a:ext cx="2666155" cy="1069537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7"/>
            <p:cNvSpPr/>
            <p:nvPr/>
          </p:nvSpPr>
          <p:spPr>
            <a:xfrm>
              <a:off x="7839623" y="4000518"/>
              <a:ext cx="4019541" cy="1205974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2290284" y="-12"/>
              <a:ext cx="218168" cy="218168"/>
            </a:xfrm>
            <a:custGeom>
              <a:avLst/>
              <a:gdLst/>
              <a:ahLst/>
              <a:cxnLst/>
              <a:rect l="l" t="t" r="r" b="b"/>
              <a:pathLst>
                <a:path w="1337" h="1337" extrusionOk="0">
                  <a:moveTo>
                    <a:pt x="1336" y="669"/>
                  </a:moveTo>
                  <a:cubicBezTo>
                    <a:pt x="1336" y="1034"/>
                    <a:pt x="1046" y="1337"/>
                    <a:pt x="668" y="1337"/>
                  </a:cubicBezTo>
                  <a:cubicBezTo>
                    <a:pt x="303" y="1337"/>
                    <a:pt x="0" y="1034"/>
                    <a:pt x="0" y="669"/>
                  </a:cubicBezTo>
                  <a:cubicBezTo>
                    <a:pt x="0" y="291"/>
                    <a:pt x="303" y="1"/>
                    <a:pt x="668" y="1"/>
                  </a:cubicBezTo>
                  <a:cubicBezTo>
                    <a:pt x="1046" y="1"/>
                    <a:pt x="1336" y="291"/>
                    <a:pt x="1336" y="6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7082506" y="3897845"/>
              <a:ext cx="144086" cy="141964"/>
            </a:xfrm>
            <a:custGeom>
              <a:avLst/>
              <a:gdLst/>
              <a:ahLst/>
              <a:cxnLst/>
              <a:rect l="l" t="t" r="r" b="b"/>
              <a:pathLst>
                <a:path w="883" h="870" extrusionOk="0">
                  <a:moveTo>
                    <a:pt x="882" y="428"/>
                  </a:moveTo>
                  <a:cubicBezTo>
                    <a:pt x="882" y="680"/>
                    <a:pt x="693" y="869"/>
                    <a:pt x="441" y="869"/>
                  </a:cubicBezTo>
                  <a:cubicBezTo>
                    <a:pt x="202" y="869"/>
                    <a:pt x="0" y="680"/>
                    <a:pt x="0" y="428"/>
                  </a:cubicBezTo>
                  <a:cubicBezTo>
                    <a:pt x="0" y="189"/>
                    <a:pt x="202" y="0"/>
                    <a:pt x="441" y="0"/>
                  </a:cubicBezTo>
                  <a:cubicBezTo>
                    <a:pt x="693" y="0"/>
                    <a:pt x="882" y="189"/>
                    <a:pt x="882" y="4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8296401" y="412389"/>
              <a:ext cx="255210" cy="255210"/>
            </a:xfrm>
            <a:custGeom>
              <a:avLst/>
              <a:gdLst/>
              <a:ahLst/>
              <a:cxnLst/>
              <a:rect l="l" t="t" r="r" b="b"/>
              <a:pathLst>
                <a:path w="1564" h="1564" extrusionOk="0">
                  <a:moveTo>
                    <a:pt x="782" y="1"/>
                  </a:moveTo>
                  <a:cubicBezTo>
                    <a:pt x="341" y="1"/>
                    <a:pt x="1" y="353"/>
                    <a:pt x="1" y="782"/>
                  </a:cubicBezTo>
                  <a:cubicBezTo>
                    <a:pt x="1" y="1210"/>
                    <a:pt x="341" y="1563"/>
                    <a:pt x="782" y="1563"/>
                  </a:cubicBezTo>
                  <a:cubicBezTo>
                    <a:pt x="1210" y="1563"/>
                    <a:pt x="1563" y="1210"/>
                    <a:pt x="1563" y="782"/>
                  </a:cubicBezTo>
                  <a:cubicBezTo>
                    <a:pt x="1563" y="353"/>
                    <a:pt x="1210" y="1"/>
                    <a:pt x="7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8902897" y="3224607"/>
              <a:ext cx="187328" cy="187165"/>
            </a:xfrm>
            <a:custGeom>
              <a:avLst/>
              <a:gdLst/>
              <a:ahLst/>
              <a:cxnLst/>
              <a:rect l="l" t="t" r="r" b="b"/>
              <a:pathLst>
                <a:path w="1148" h="1147" extrusionOk="0">
                  <a:moveTo>
                    <a:pt x="568" y="0"/>
                  </a:moveTo>
                  <a:cubicBezTo>
                    <a:pt x="253" y="0"/>
                    <a:pt x="1" y="252"/>
                    <a:pt x="1" y="567"/>
                  </a:cubicBezTo>
                  <a:cubicBezTo>
                    <a:pt x="1" y="882"/>
                    <a:pt x="253" y="1147"/>
                    <a:pt x="568" y="1147"/>
                  </a:cubicBezTo>
                  <a:cubicBezTo>
                    <a:pt x="883" y="1147"/>
                    <a:pt x="1148" y="882"/>
                    <a:pt x="1148" y="567"/>
                  </a:cubicBezTo>
                  <a:cubicBezTo>
                    <a:pt x="1148" y="252"/>
                    <a:pt x="883" y="0"/>
                    <a:pt x="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2726521" y="4809635"/>
              <a:ext cx="94806" cy="81426"/>
            </a:xfrm>
            <a:custGeom>
              <a:avLst/>
              <a:gdLst/>
              <a:ahLst/>
              <a:cxnLst/>
              <a:rect l="l" t="t" r="r" b="b"/>
              <a:pathLst>
                <a:path w="581" h="499" extrusionOk="0">
                  <a:moveTo>
                    <a:pt x="328" y="1"/>
                  </a:moveTo>
                  <a:cubicBezTo>
                    <a:pt x="114" y="1"/>
                    <a:pt x="1" y="265"/>
                    <a:pt x="152" y="429"/>
                  </a:cubicBezTo>
                  <a:cubicBezTo>
                    <a:pt x="204" y="477"/>
                    <a:pt x="266" y="498"/>
                    <a:pt x="326" y="498"/>
                  </a:cubicBezTo>
                  <a:cubicBezTo>
                    <a:pt x="457" y="498"/>
                    <a:pt x="580" y="399"/>
                    <a:pt x="580" y="253"/>
                  </a:cubicBezTo>
                  <a:cubicBezTo>
                    <a:pt x="580" y="114"/>
                    <a:pt x="467" y="1"/>
                    <a:pt x="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285064" y="2837401"/>
              <a:ext cx="82405" cy="82405"/>
            </a:xfrm>
            <a:custGeom>
              <a:avLst/>
              <a:gdLst/>
              <a:ahLst/>
              <a:cxnLst/>
              <a:rect l="l" t="t" r="r" b="b"/>
              <a:pathLst>
                <a:path w="505" h="505" extrusionOk="0">
                  <a:moveTo>
                    <a:pt x="253" y="1"/>
                  </a:moveTo>
                  <a:cubicBezTo>
                    <a:pt x="114" y="1"/>
                    <a:pt x="1" y="114"/>
                    <a:pt x="1" y="253"/>
                  </a:cubicBezTo>
                  <a:cubicBezTo>
                    <a:pt x="1" y="391"/>
                    <a:pt x="114" y="505"/>
                    <a:pt x="253" y="505"/>
                  </a:cubicBezTo>
                  <a:cubicBezTo>
                    <a:pt x="391" y="505"/>
                    <a:pt x="505" y="391"/>
                    <a:pt x="505" y="253"/>
                  </a:cubicBezTo>
                  <a:cubicBezTo>
                    <a:pt x="505" y="114"/>
                    <a:pt x="391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7"/>
            <p:cNvSpPr/>
            <p:nvPr/>
          </p:nvSpPr>
          <p:spPr>
            <a:xfrm flipH="1">
              <a:off x="-1659852" y="4132343"/>
              <a:ext cx="4019541" cy="1205974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3_1_1_1_1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38"/>
          <p:cNvGrpSpPr/>
          <p:nvPr/>
        </p:nvGrpSpPr>
        <p:grpSpPr>
          <a:xfrm>
            <a:off x="-1659852" y="-92844"/>
            <a:ext cx="13519016" cy="5431162"/>
            <a:chOff x="-1659852" y="-92844"/>
            <a:chExt cx="13519016" cy="5431162"/>
          </a:xfrm>
        </p:grpSpPr>
        <p:sp>
          <p:nvSpPr>
            <p:cNvPr id="519" name="Google Shape;519;p38"/>
            <p:cNvSpPr/>
            <p:nvPr/>
          </p:nvSpPr>
          <p:spPr>
            <a:xfrm rot="10800000">
              <a:off x="-983153" y="-92844"/>
              <a:ext cx="2666155" cy="1069537"/>
            </a:xfrm>
            <a:custGeom>
              <a:avLst/>
              <a:gdLst/>
              <a:ahLst/>
              <a:cxnLst/>
              <a:rect l="l" t="t" r="r" b="b"/>
              <a:pathLst>
                <a:path w="7291" h="2964" extrusionOk="0">
                  <a:moveTo>
                    <a:pt x="4075" y="0"/>
                  </a:moveTo>
                  <a:cubicBezTo>
                    <a:pt x="4016" y="0"/>
                    <a:pt x="3956" y="3"/>
                    <a:pt x="3893" y="9"/>
                  </a:cubicBezTo>
                  <a:cubicBezTo>
                    <a:pt x="2536" y="142"/>
                    <a:pt x="2910" y="1489"/>
                    <a:pt x="2910" y="1489"/>
                  </a:cubicBezTo>
                  <a:cubicBezTo>
                    <a:pt x="2810" y="1438"/>
                    <a:pt x="2708" y="1416"/>
                    <a:pt x="2608" y="1416"/>
                  </a:cubicBezTo>
                  <a:cubicBezTo>
                    <a:pt x="2181" y="1416"/>
                    <a:pt x="1799" y="1825"/>
                    <a:pt x="1824" y="2190"/>
                  </a:cubicBezTo>
                  <a:cubicBezTo>
                    <a:pt x="1839" y="2463"/>
                    <a:pt x="1669" y="2532"/>
                    <a:pt x="1406" y="2532"/>
                  </a:cubicBezTo>
                  <a:cubicBezTo>
                    <a:pt x="1235" y="2532"/>
                    <a:pt x="1024" y="2503"/>
                    <a:pt x="800" y="2482"/>
                  </a:cubicBezTo>
                  <a:cubicBezTo>
                    <a:pt x="773" y="2480"/>
                    <a:pt x="748" y="2479"/>
                    <a:pt x="723" y="2479"/>
                  </a:cubicBezTo>
                  <a:cubicBezTo>
                    <a:pt x="206" y="2479"/>
                    <a:pt x="1" y="2964"/>
                    <a:pt x="1" y="2964"/>
                  </a:cubicBezTo>
                  <a:lnTo>
                    <a:pt x="7201" y="2964"/>
                  </a:lnTo>
                  <a:cubicBezTo>
                    <a:pt x="7290" y="2044"/>
                    <a:pt x="6609" y="1801"/>
                    <a:pt x="6121" y="1801"/>
                  </a:cubicBezTo>
                  <a:cubicBezTo>
                    <a:pt x="5935" y="1801"/>
                    <a:pt x="5777" y="1837"/>
                    <a:pt x="5701" y="1883"/>
                  </a:cubicBezTo>
                  <a:cubicBezTo>
                    <a:pt x="5559" y="1973"/>
                    <a:pt x="5364" y="2069"/>
                    <a:pt x="5258" y="2069"/>
                  </a:cubicBezTo>
                  <a:cubicBezTo>
                    <a:pt x="5158" y="2069"/>
                    <a:pt x="5138" y="1983"/>
                    <a:pt x="5317" y="1724"/>
                  </a:cubicBezTo>
                  <a:cubicBezTo>
                    <a:pt x="5668" y="1216"/>
                    <a:pt x="5289" y="0"/>
                    <a:pt x="4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8"/>
            <p:cNvSpPr/>
            <p:nvPr/>
          </p:nvSpPr>
          <p:spPr>
            <a:xfrm>
              <a:off x="7839623" y="4000518"/>
              <a:ext cx="4019541" cy="1205974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2290284" y="-12"/>
              <a:ext cx="218168" cy="218168"/>
            </a:xfrm>
            <a:custGeom>
              <a:avLst/>
              <a:gdLst/>
              <a:ahLst/>
              <a:cxnLst/>
              <a:rect l="l" t="t" r="r" b="b"/>
              <a:pathLst>
                <a:path w="1337" h="1337" extrusionOk="0">
                  <a:moveTo>
                    <a:pt x="1336" y="669"/>
                  </a:moveTo>
                  <a:cubicBezTo>
                    <a:pt x="1336" y="1034"/>
                    <a:pt x="1046" y="1337"/>
                    <a:pt x="668" y="1337"/>
                  </a:cubicBezTo>
                  <a:cubicBezTo>
                    <a:pt x="303" y="1337"/>
                    <a:pt x="0" y="1034"/>
                    <a:pt x="0" y="669"/>
                  </a:cubicBezTo>
                  <a:cubicBezTo>
                    <a:pt x="0" y="291"/>
                    <a:pt x="303" y="1"/>
                    <a:pt x="668" y="1"/>
                  </a:cubicBezTo>
                  <a:cubicBezTo>
                    <a:pt x="1046" y="1"/>
                    <a:pt x="1336" y="291"/>
                    <a:pt x="1336" y="6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8"/>
            <p:cNvSpPr/>
            <p:nvPr/>
          </p:nvSpPr>
          <p:spPr>
            <a:xfrm>
              <a:off x="7082506" y="3897845"/>
              <a:ext cx="144086" cy="141964"/>
            </a:xfrm>
            <a:custGeom>
              <a:avLst/>
              <a:gdLst/>
              <a:ahLst/>
              <a:cxnLst/>
              <a:rect l="l" t="t" r="r" b="b"/>
              <a:pathLst>
                <a:path w="883" h="870" extrusionOk="0">
                  <a:moveTo>
                    <a:pt x="882" y="428"/>
                  </a:moveTo>
                  <a:cubicBezTo>
                    <a:pt x="882" y="680"/>
                    <a:pt x="693" y="869"/>
                    <a:pt x="441" y="869"/>
                  </a:cubicBezTo>
                  <a:cubicBezTo>
                    <a:pt x="202" y="869"/>
                    <a:pt x="0" y="680"/>
                    <a:pt x="0" y="428"/>
                  </a:cubicBezTo>
                  <a:cubicBezTo>
                    <a:pt x="0" y="189"/>
                    <a:pt x="202" y="0"/>
                    <a:pt x="441" y="0"/>
                  </a:cubicBezTo>
                  <a:cubicBezTo>
                    <a:pt x="693" y="0"/>
                    <a:pt x="882" y="189"/>
                    <a:pt x="882" y="4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8"/>
            <p:cNvSpPr/>
            <p:nvPr/>
          </p:nvSpPr>
          <p:spPr>
            <a:xfrm>
              <a:off x="8296401" y="412389"/>
              <a:ext cx="255210" cy="255210"/>
            </a:xfrm>
            <a:custGeom>
              <a:avLst/>
              <a:gdLst/>
              <a:ahLst/>
              <a:cxnLst/>
              <a:rect l="l" t="t" r="r" b="b"/>
              <a:pathLst>
                <a:path w="1564" h="1564" extrusionOk="0">
                  <a:moveTo>
                    <a:pt x="782" y="1"/>
                  </a:moveTo>
                  <a:cubicBezTo>
                    <a:pt x="341" y="1"/>
                    <a:pt x="1" y="353"/>
                    <a:pt x="1" y="782"/>
                  </a:cubicBezTo>
                  <a:cubicBezTo>
                    <a:pt x="1" y="1210"/>
                    <a:pt x="341" y="1563"/>
                    <a:pt x="782" y="1563"/>
                  </a:cubicBezTo>
                  <a:cubicBezTo>
                    <a:pt x="1210" y="1563"/>
                    <a:pt x="1563" y="1210"/>
                    <a:pt x="1563" y="782"/>
                  </a:cubicBezTo>
                  <a:cubicBezTo>
                    <a:pt x="1563" y="353"/>
                    <a:pt x="1210" y="1"/>
                    <a:pt x="7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8902897" y="3224607"/>
              <a:ext cx="187328" cy="187165"/>
            </a:xfrm>
            <a:custGeom>
              <a:avLst/>
              <a:gdLst/>
              <a:ahLst/>
              <a:cxnLst/>
              <a:rect l="l" t="t" r="r" b="b"/>
              <a:pathLst>
                <a:path w="1148" h="1147" extrusionOk="0">
                  <a:moveTo>
                    <a:pt x="568" y="0"/>
                  </a:moveTo>
                  <a:cubicBezTo>
                    <a:pt x="253" y="0"/>
                    <a:pt x="1" y="252"/>
                    <a:pt x="1" y="567"/>
                  </a:cubicBezTo>
                  <a:cubicBezTo>
                    <a:pt x="1" y="882"/>
                    <a:pt x="253" y="1147"/>
                    <a:pt x="568" y="1147"/>
                  </a:cubicBezTo>
                  <a:cubicBezTo>
                    <a:pt x="883" y="1147"/>
                    <a:pt x="1148" y="882"/>
                    <a:pt x="1148" y="567"/>
                  </a:cubicBezTo>
                  <a:cubicBezTo>
                    <a:pt x="1148" y="252"/>
                    <a:pt x="883" y="0"/>
                    <a:pt x="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8"/>
            <p:cNvSpPr/>
            <p:nvPr/>
          </p:nvSpPr>
          <p:spPr>
            <a:xfrm>
              <a:off x="2726521" y="4809635"/>
              <a:ext cx="94806" cy="81426"/>
            </a:xfrm>
            <a:custGeom>
              <a:avLst/>
              <a:gdLst/>
              <a:ahLst/>
              <a:cxnLst/>
              <a:rect l="l" t="t" r="r" b="b"/>
              <a:pathLst>
                <a:path w="581" h="499" extrusionOk="0">
                  <a:moveTo>
                    <a:pt x="328" y="1"/>
                  </a:moveTo>
                  <a:cubicBezTo>
                    <a:pt x="114" y="1"/>
                    <a:pt x="1" y="265"/>
                    <a:pt x="152" y="429"/>
                  </a:cubicBezTo>
                  <a:cubicBezTo>
                    <a:pt x="204" y="477"/>
                    <a:pt x="266" y="498"/>
                    <a:pt x="326" y="498"/>
                  </a:cubicBezTo>
                  <a:cubicBezTo>
                    <a:pt x="457" y="498"/>
                    <a:pt x="580" y="399"/>
                    <a:pt x="580" y="253"/>
                  </a:cubicBezTo>
                  <a:cubicBezTo>
                    <a:pt x="580" y="114"/>
                    <a:pt x="467" y="1"/>
                    <a:pt x="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8"/>
            <p:cNvSpPr/>
            <p:nvPr/>
          </p:nvSpPr>
          <p:spPr>
            <a:xfrm>
              <a:off x="285064" y="2837401"/>
              <a:ext cx="82405" cy="82405"/>
            </a:xfrm>
            <a:custGeom>
              <a:avLst/>
              <a:gdLst/>
              <a:ahLst/>
              <a:cxnLst/>
              <a:rect l="l" t="t" r="r" b="b"/>
              <a:pathLst>
                <a:path w="505" h="505" extrusionOk="0">
                  <a:moveTo>
                    <a:pt x="253" y="1"/>
                  </a:moveTo>
                  <a:cubicBezTo>
                    <a:pt x="114" y="1"/>
                    <a:pt x="1" y="114"/>
                    <a:pt x="1" y="253"/>
                  </a:cubicBezTo>
                  <a:cubicBezTo>
                    <a:pt x="1" y="391"/>
                    <a:pt x="114" y="505"/>
                    <a:pt x="253" y="505"/>
                  </a:cubicBezTo>
                  <a:cubicBezTo>
                    <a:pt x="391" y="505"/>
                    <a:pt x="505" y="391"/>
                    <a:pt x="505" y="253"/>
                  </a:cubicBezTo>
                  <a:cubicBezTo>
                    <a:pt x="505" y="114"/>
                    <a:pt x="391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8"/>
            <p:cNvSpPr/>
            <p:nvPr/>
          </p:nvSpPr>
          <p:spPr>
            <a:xfrm flipH="1">
              <a:off x="-1659852" y="4132343"/>
              <a:ext cx="4019541" cy="1205974"/>
            </a:xfrm>
            <a:custGeom>
              <a:avLst/>
              <a:gdLst/>
              <a:ahLst/>
              <a:cxnLst/>
              <a:rect l="l" t="t" r="r" b="b"/>
              <a:pathLst>
                <a:path w="8056" h="2417" extrusionOk="0">
                  <a:moveTo>
                    <a:pt x="2839" y="1"/>
                  </a:moveTo>
                  <a:cubicBezTo>
                    <a:pt x="2802" y="1"/>
                    <a:pt x="2764" y="2"/>
                    <a:pt x="2725" y="5"/>
                  </a:cubicBezTo>
                  <a:cubicBezTo>
                    <a:pt x="1460" y="82"/>
                    <a:pt x="1142" y="1208"/>
                    <a:pt x="1204" y="1603"/>
                  </a:cubicBezTo>
                  <a:cubicBezTo>
                    <a:pt x="1249" y="1923"/>
                    <a:pt x="1169" y="2062"/>
                    <a:pt x="942" y="2062"/>
                  </a:cubicBezTo>
                  <a:cubicBezTo>
                    <a:pt x="886" y="2062"/>
                    <a:pt x="821" y="2054"/>
                    <a:pt x="748" y="2038"/>
                  </a:cubicBezTo>
                  <a:cubicBezTo>
                    <a:pt x="719" y="2032"/>
                    <a:pt x="690" y="2029"/>
                    <a:pt x="661" y="2029"/>
                  </a:cubicBezTo>
                  <a:cubicBezTo>
                    <a:pt x="318" y="2029"/>
                    <a:pt x="0" y="2417"/>
                    <a:pt x="0" y="2417"/>
                  </a:cubicBezTo>
                  <a:lnTo>
                    <a:pt x="8056" y="2417"/>
                  </a:lnTo>
                  <a:cubicBezTo>
                    <a:pt x="7838" y="1932"/>
                    <a:pt x="7426" y="1808"/>
                    <a:pt x="7041" y="1808"/>
                  </a:cubicBezTo>
                  <a:cubicBezTo>
                    <a:pt x="6657" y="1808"/>
                    <a:pt x="6299" y="1930"/>
                    <a:pt x="6181" y="1941"/>
                  </a:cubicBezTo>
                  <a:cubicBezTo>
                    <a:pt x="6178" y="1941"/>
                    <a:pt x="6176" y="1941"/>
                    <a:pt x="6173" y="1941"/>
                  </a:cubicBezTo>
                  <a:cubicBezTo>
                    <a:pt x="5948" y="1941"/>
                    <a:pt x="6208" y="1148"/>
                    <a:pt x="5470" y="834"/>
                  </a:cubicBezTo>
                  <a:cubicBezTo>
                    <a:pt x="5329" y="775"/>
                    <a:pt x="5196" y="751"/>
                    <a:pt x="5073" y="751"/>
                  </a:cubicBezTo>
                  <a:cubicBezTo>
                    <a:pt x="4536" y="751"/>
                    <a:pt x="4184" y="1208"/>
                    <a:pt x="4184" y="1208"/>
                  </a:cubicBezTo>
                  <a:cubicBezTo>
                    <a:pt x="4184" y="1208"/>
                    <a:pt x="4001" y="1"/>
                    <a:pt x="2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166B7"/>
              </a:buClr>
              <a:buSzPts val="2800"/>
              <a:buFont typeface="Fredoka One"/>
              <a:buNone/>
              <a:defRPr sz="2800">
                <a:solidFill>
                  <a:srgbClr val="4166B7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166B7"/>
              </a:buClr>
              <a:buSzPts val="2800"/>
              <a:buFont typeface="Fredoka One"/>
              <a:buNone/>
              <a:defRPr sz="2800">
                <a:solidFill>
                  <a:srgbClr val="4166B7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166B7"/>
              </a:buClr>
              <a:buSzPts val="2800"/>
              <a:buFont typeface="Fredoka One"/>
              <a:buNone/>
              <a:defRPr sz="2800">
                <a:solidFill>
                  <a:srgbClr val="4166B7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166B7"/>
              </a:buClr>
              <a:buSzPts val="2800"/>
              <a:buFont typeface="Fredoka One"/>
              <a:buNone/>
              <a:defRPr sz="2800">
                <a:solidFill>
                  <a:srgbClr val="4166B7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166B7"/>
              </a:buClr>
              <a:buSzPts val="2800"/>
              <a:buFont typeface="Fredoka One"/>
              <a:buNone/>
              <a:defRPr sz="2800">
                <a:solidFill>
                  <a:srgbClr val="4166B7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166B7"/>
              </a:buClr>
              <a:buSzPts val="2800"/>
              <a:buFont typeface="Fredoka One"/>
              <a:buNone/>
              <a:defRPr sz="2800">
                <a:solidFill>
                  <a:srgbClr val="4166B7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166B7"/>
              </a:buClr>
              <a:buSzPts val="2800"/>
              <a:buFont typeface="Fredoka One"/>
              <a:buNone/>
              <a:defRPr sz="2800">
                <a:solidFill>
                  <a:srgbClr val="4166B7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166B7"/>
              </a:buClr>
              <a:buSzPts val="2800"/>
              <a:buFont typeface="Fredoka One"/>
              <a:buNone/>
              <a:defRPr sz="2800">
                <a:solidFill>
                  <a:srgbClr val="4166B7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5" r:id="rId5"/>
    <p:sldLayoutId id="2147483658" r:id="rId6"/>
    <p:sldLayoutId id="2147483660" r:id="rId7"/>
    <p:sldLayoutId id="2147483661" r:id="rId8"/>
    <p:sldLayoutId id="2147483667" r:id="rId9"/>
    <p:sldLayoutId id="2147483668" r:id="rId10"/>
    <p:sldLayoutId id="2147483670" r:id="rId11"/>
    <p:sldLayoutId id="2147483671" r:id="rId12"/>
    <p:sldLayoutId id="2147483672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26" Type="http://schemas.openxmlformats.org/officeDocument/2006/relationships/diagramColors" Target="../diagrams/colors5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5" Type="http://schemas.openxmlformats.org/officeDocument/2006/relationships/diagramQuickStyle" Target="../diagrams/quickStyle5.xml"/><Relationship Id="rId2" Type="http://schemas.openxmlformats.org/officeDocument/2006/relationships/notesSlide" Target="../notesSlides/notesSlide4.xml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29" Type="http://schemas.openxmlformats.org/officeDocument/2006/relationships/diagramLayout" Target="../diagrams/layout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24" Type="http://schemas.openxmlformats.org/officeDocument/2006/relationships/diagramLayout" Target="../diagrams/layout5.xml"/><Relationship Id="rId32" Type="http://schemas.microsoft.com/office/2007/relationships/diagramDrawing" Target="../diagrams/drawing6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diagramData" Target="../diagrams/data5.xml"/><Relationship Id="rId28" Type="http://schemas.openxmlformats.org/officeDocument/2006/relationships/diagramData" Target="../diagrams/data6.xml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31" Type="http://schemas.openxmlformats.org/officeDocument/2006/relationships/diagramColors" Target="../diagrams/colors6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Relationship Id="rId27" Type="http://schemas.microsoft.com/office/2007/relationships/diagramDrawing" Target="../diagrams/drawing5.xml"/><Relationship Id="rId30" Type="http://schemas.openxmlformats.org/officeDocument/2006/relationships/diagramQuickStyle" Target="../diagrams/quickStyle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1"/>
          <p:cNvSpPr/>
          <p:nvPr/>
        </p:nvSpPr>
        <p:spPr>
          <a:xfrm rot="10800000" flipH="1">
            <a:off x="7773825" y="4602892"/>
            <a:ext cx="643200" cy="41400"/>
          </a:xfrm>
          <a:prstGeom prst="ellipse">
            <a:avLst/>
          </a:prstGeom>
          <a:solidFill>
            <a:srgbClr val="000000">
              <a:alpha val="3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41"/>
          <p:cNvSpPr/>
          <p:nvPr/>
        </p:nvSpPr>
        <p:spPr>
          <a:xfrm>
            <a:off x="5654700" y="4542750"/>
            <a:ext cx="757200" cy="97800"/>
          </a:xfrm>
          <a:prstGeom prst="ellipse">
            <a:avLst/>
          </a:prstGeom>
          <a:solidFill>
            <a:srgbClr val="000000">
              <a:alpha val="3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1"/>
          <p:cNvSpPr txBox="1">
            <a:spLocks noGrp="1"/>
          </p:cNvSpPr>
          <p:nvPr>
            <p:ph type="ctrTitle"/>
          </p:nvPr>
        </p:nvSpPr>
        <p:spPr>
          <a:xfrm>
            <a:off x="738487" y="2614535"/>
            <a:ext cx="4016400" cy="31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4000" b="0" i="0" u="none" strike="noStrike" dirty="0">
                <a:solidFill>
                  <a:srgbClr val="FA8152"/>
                </a:solidFill>
                <a:effectLst/>
                <a:latin typeface="Fredoka One" panose="020B0604020202020204" charset="0"/>
              </a:rPr>
              <a:t>THE </a:t>
            </a:r>
            <a:r>
              <a:rPr lang="en-IN" sz="4000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Fredoka One" panose="020B0604020202020204" charset="0"/>
              </a:rPr>
              <a:t>DOM</a:t>
            </a:r>
            <a:r>
              <a:rPr lang="en-IN" sz="4000" b="0" i="0" u="none" strike="noStrike" dirty="0">
                <a:solidFill>
                  <a:srgbClr val="FA8152"/>
                </a:solidFill>
                <a:effectLst/>
                <a:latin typeface="Fredoka One" panose="020B0604020202020204" charset="0"/>
              </a:rPr>
              <a:t> AND</a:t>
            </a:r>
            <a:br>
              <a:rPr lang="en-IN" sz="4000" b="0" i="0" u="none" strike="noStrike" dirty="0">
                <a:solidFill>
                  <a:srgbClr val="FA8152"/>
                </a:solidFill>
                <a:effectLst/>
                <a:latin typeface="Fredoka One" panose="020B0604020202020204" charset="0"/>
              </a:rPr>
            </a:br>
            <a:r>
              <a:rPr lang="en-IN" sz="4000" b="0" i="0" u="none" strike="noStrike" dirty="0">
                <a:solidFill>
                  <a:schemeClr val="tx1">
                    <a:lumMod val="50000"/>
                  </a:schemeClr>
                </a:solidFill>
                <a:effectLst/>
                <a:latin typeface="Fredoka One" panose="020B0604020202020204" charset="0"/>
              </a:rPr>
              <a:t>JQUERY</a:t>
            </a:r>
            <a:br>
              <a:rPr lang="en-IN" sz="5400" b="0" i="0" u="none" strike="noStrike" dirty="0">
                <a:solidFill>
                  <a:srgbClr val="FA8152"/>
                </a:solidFill>
                <a:effectLst/>
                <a:latin typeface="Fredoka One" panose="020B0604020202020204" charset="0"/>
              </a:rPr>
            </a:br>
            <a:br>
              <a:rPr lang="en-IN" sz="5400" b="0" i="0" u="none" strike="noStrike" dirty="0">
                <a:solidFill>
                  <a:srgbClr val="FA8152"/>
                </a:solidFill>
                <a:effectLst/>
                <a:latin typeface="Fredoka One" panose="020B0604020202020204" charset="0"/>
              </a:rPr>
            </a:br>
            <a:r>
              <a:rPr lang="en-IN" sz="1800" b="0" i="0" u="none" strike="noStrike" dirty="0">
                <a:solidFill>
                  <a:srgbClr val="0070C0"/>
                </a:solidFill>
                <a:effectLst/>
                <a:latin typeface="Fredoka One" panose="020B0604020202020204" charset="0"/>
              </a:rPr>
              <a:t>Chapter 5</a:t>
            </a:r>
            <a:br>
              <a:rPr lang="en-IN" b="0" dirty="0">
                <a:effectLst/>
              </a:rPr>
            </a:br>
            <a:br>
              <a:rPr lang="en-IN" dirty="0"/>
            </a:br>
            <a:br>
              <a:rPr lang="en-IN" b="0" dirty="0">
                <a:effectLst/>
              </a:rPr>
            </a:br>
            <a:br>
              <a:rPr lang="en-IN" dirty="0"/>
            </a:br>
            <a:endParaRPr dirty="0">
              <a:solidFill>
                <a:schemeClr val="accent1"/>
              </a:solidFill>
            </a:endParaRPr>
          </a:p>
        </p:txBody>
      </p:sp>
      <p:sp>
        <p:nvSpPr>
          <p:cNvPr id="539" name="Google Shape;539;p41"/>
          <p:cNvSpPr txBox="1">
            <a:spLocks noGrp="1"/>
          </p:cNvSpPr>
          <p:nvPr>
            <p:ph type="subTitle" idx="1"/>
          </p:nvPr>
        </p:nvSpPr>
        <p:spPr>
          <a:xfrm>
            <a:off x="760404" y="3743814"/>
            <a:ext cx="3934200" cy="11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is where your presentation begins</a:t>
            </a:r>
            <a:endParaRPr dirty="0"/>
          </a:p>
        </p:txBody>
      </p:sp>
      <p:sp>
        <p:nvSpPr>
          <p:cNvPr id="540" name="Google Shape;540;p41"/>
          <p:cNvSpPr/>
          <p:nvPr/>
        </p:nvSpPr>
        <p:spPr>
          <a:xfrm>
            <a:off x="6737400" y="4549297"/>
            <a:ext cx="757200" cy="97800"/>
          </a:xfrm>
          <a:prstGeom prst="ellipse">
            <a:avLst/>
          </a:prstGeom>
          <a:solidFill>
            <a:srgbClr val="000000">
              <a:alpha val="3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1"/>
          <p:cNvSpPr/>
          <p:nvPr/>
        </p:nvSpPr>
        <p:spPr>
          <a:xfrm flipH="1">
            <a:off x="4969400" y="1219350"/>
            <a:ext cx="709800" cy="696600"/>
          </a:xfrm>
          <a:prstGeom prst="wedgeEllipseCallout">
            <a:avLst>
              <a:gd name="adj1" fmla="val -40575"/>
              <a:gd name="adj2" fmla="val 8645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41"/>
          <p:cNvSpPr/>
          <p:nvPr/>
        </p:nvSpPr>
        <p:spPr>
          <a:xfrm flipH="1">
            <a:off x="6330175" y="969950"/>
            <a:ext cx="709800" cy="696600"/>
          </a:xfrm>
          <a:prstGeom prst="wedgeEllipseCallout">
            <a:avLst>
              <a:gd name="adj1" fmla="val -9397"/>
              <a:gd name="adj2" fmla="val 9341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1"/>
          <p:cNvSpPr/>
          <p:nvPr/>
        </p:nvSpPr>
        <p:spPr>
          <a:xfrm flipH="1">
            <a:off x="7878450" y="1219350"/>
            <a:ext cx="709800" cy="696600"/>
          </a:xfrm>
          <a:prstGeom prst="wedgeEllipseCallout">
            <a:avLst>
              <a:gd name="adj1" fmla="val 11979"/>
              <a:gd name="adj2" fmla="val 8380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41"/>
          <p:cNvSpPr/>
          <p:nvPr/>
        </p:nvSpPr>
        <p:spPr>
          <a:xfrm>
            <a:off x="5104365" y="1346095"/>
            <a:ext cx="439875" cy="443097"/>
          </a:xfrm>
          <a:custGeom>
            <a:avLst/>
            <a:gdLst/>
            <a:ahLst/>
            <a:cxnLst/>
            <a:rect l="l" t="t" r="r" b="b"/>
            <a:pathLst>
              <a:path w="2731" h="2751" extrusionOk="0">
                <a:moveTo>
                  <a:pt x="1356" y="359"/>
                </a:moveTo>
                <a:cubicBezTo>
                  <a:pt x="1430" y="359"/>
                  <a:pt x="1506" y="367"/>
                  <a:pt x="1583" y="384"/>
                </a:cubicBezTo>
                <a:cubicBezTo>
                  <a:pt x="2126" y="502"/>
                  <a:pt x="2474" y="1040"/>
                  <a:pt x="2351" y="1583"/>
                </a:cubicBezTo>
                <a:cubicBezTo>
                  <a:pt x="2241" y="2095"/>
                  <a:pt x="1804" y="2378"/>
                  <a:pt x="1362" y="2378"/>
                </a:cubicBezTo>
                <a:cubicBezTo>
                  <a:pt x="1043" y="2378"/>
                  <a:pt x="721" y="2231"/>
                  <a:pt x="518" y="1916"/>
                </a:cubicBezTo>
                <a:cubicBezTo>
                  <a:pt x="79" y="1225"/>
                  <a:pt x="598" y="359"/>
                  <a:pt x="1356" y="359"/>
                </a:cubicBezTo>
                <a:close/>
                <a:moveTo>
                  <a:pt x="1347" y="0"/>
                </a:moveTo>
                <a:cubicBezTo>
                  <a:pt x="1281" y="0"/>
                  <a:pt x="1219" y="5"/>
                  <a:pt x="1153" y="16"/>
                </a:cubicBezTo>
                <a:lnTo>
                  <a:pt x="1142" y="159"/>
                </a:lnTo>
                <a:cubicBezTo>
                  <a:pt x="1101" y="169"/>
                  <a:pt x="1060" y="179"/>
                  <a:pt x="1014" y="195"/>
                </a:cubicBezTo>
                <a:lnTo>
                  <a:pt x="943" y="67"/>
                </a:lnTo>
                <a:cubicBezTo>
                  <a:pt x="881" y="87"/>
                  <a:pt x="820" y="113"/>
                  <a:pt x="763" y="144"/>
                </a:cubicBezTo>
                <a:lnTo>
                  <a:pt x="799" y="282"/>
                </a:lnTo>
                <a:cubicBezTo>
                  <a:pt x="758" y="302"/>
                  <a:pt x="722" y="328"/>
                  <a:pt x="687" y="354"/>
                </a:cubicBezTo>
                <a:lnTo>
                  <a:pt x="574" y="256"/>
                </a:lnTo>
                <a:cubicBezTo>
                  <a:pt x="523" y="292"/>
                  <a:pt x="472" y="333"/>
                  <a:pt x="420" y="384"/>
                </a:cubicBezTo>
                <a:lnTo>
                  <a:pt x="497" y="507"/>
                </a:lnTo>
                <a:cubicBezTo>
                  <a:pt x="466" y="538"/>
                  <a:pt x="436" y="569"/>
                  <a:pt x="410" y="605"/>
                </a:cubicBezTo>
                <a:lnTo>
                  <a:pt x="282" y="538"/>
                </a:lnTo>
                <a:cubicBezTo>
                  <a:pt x="241" y="589"/>
                  <a:pt x="205" y="646"/>
                  <a:pt x="175" y="702"/>
                </a:cubicBezTo>
                <a:lnTo>
                  <a:pt x="282" y="799"/>
                </a:lnTo>
                <a:cubicBezTo>
                  <a:pt x="262" y="840"/>
                  <a:pt x="241" y="876"/>
                  <a:pt x="226" y="917"/>
                </a:cubicBezTo>
                <a:lnTo>
                  <a:pt x="87" y="896"/>
                </a:lnTo>
                <a:cubicBezTo>
                  <a:pt x="62" y="958"/>
                  <a:pt x="46" y="1019"/>
                  <a:pt x="31" y="1081"/>
                </a:cubicBezTo>
                <a:lnTo>
                  <a:pt x="31" y="1086"/>
                </a:lnTo>
                <a:lnTo>
                  <a:pt x="164" y="1153"/>
                </a:lnTo>
                <a:cubicBezTo>
                  <a:pt x="154" y="1193"/>
                  <a:pt x="149" y="1234"/>
                  <a:pt x="144" y="1281"/>
                </a:cubicBezTo>
                <a:lnTo>
                  <a:pt x="6" y="1301"/>
                </a:lnTo>
                <a:cubicBezTo>
                  <a:pt x="0" y="1368"/>
                  <a:pt x="0" y="1434"/>
                  <a:pt x="6" y="1501"/>
                </a:cubicBezTo>
                <a:lnTo>
                  <a:pt x="149" y="1521"/>
                </a:lnTo>
                <a:cubicBezTo>
                  <a:pt x="154" y="1562"/>
                  <a:pt x="164" y="1603"/>
                  <a:pt x="169" y="1644"/>
                </a:cubicBezTo>
                <a:lnTo>
                  <a:pt x="41" y="1706"/>
                </a:lnTo>
                <a:cubicBezTo>
                  <a:pt x="62" y="1772"/>
                  <a:pt x="82" y="1839"/>
                  <a:pt x="108" y="1900"/>
                </a:cubicBezTo>
                <a:lnTo>
                  <a:pt x="251" y="1875"/>
                </a:lnTo>
                <a:cubicBezTo>
                  <a:pt x="267" y="1916"/>
                  <a:pt x="287" y="1951"/>
                  <a:pt x="303" y="1987"/>
                </a:cubicBezTo>
                <a:lnTo>
                  <a:pt x="200" y="2085"/>
                </a:lnTo>
                <a:cubicBezTo>
                  <a:pt x="236" y="2141"/>
                  <a:pt x="272" y="2197"/>
                  <a:pt x="318" y="2248"/>
                </a:cubicBezTo>
                <a:lnTo>
                  <a:pt x="446" y="2182"/>
                </a:lnTo>
                <a:cubicBezTo>
                  <a:pt x="472" y="2213"/>
                  <a:pt x="497" y="2243"/>
                  <a:pt x="528" y="2274"/>
                </a:cubicBezTo>
                <a:lnTo>
                  <a:pt x="456" y="2402"/>
                </a:lnTo>
                <a:cubicBezTo>
                  <a:pt x="507" y="2443"/>
                  <a:pt x="559" y="2484"/>
                  <a:pt x="615" y="2525"/>
                </a:cubicBezTo>
                <a:lnTo>
                  <a:pt x="722" y="2423"/>
                </a:lnTo>
                <a:cubicBezTo>
                  <a:pt x="753" y="2443"/>
                  <a:pt x="789" y="2464"/>
                  <a:pt x="825" y="2484"/>
                </a:cubicBezTo>
                <a:lnTo>
                  <a:pt x="794" y="2622"/>
                </a:lnTo>
                <a:cubicBezTo>
                  <a:pt x="856" y="2653"/>
                  <a:pt x="917" y="2674"/>
                  <a:pt x="984" y="2694"/>
                </a:cubicBezTo>
                <a:lnTo>
                  <a:pt x="1055" y="2566"/>
                </a:lnTo>
                <a:cubicBezTo>
                  <a:pt x="1076" y="2571"/>
                  <a:pt x="1091" y="2576"/>
                  <a:pt x="1112" y="2581"/>
                </a:cubicBezTo>
                <a:cubicBezTo>
                  <a:pt x="1132" y="2586"/>
                  <a:pt x="1153" y="2586"/>
                  <a:pt x="1173" y="2592"/>
                </a:cubicBezTo>
                <a:lnTo>
                  <a:pt x="1183" y="2735"/>
                </a:lnTo>
                <a:cubicBezTo>
                  <a:pt x="1250" y="2745"/>
                  <a:pt x="1317" y="2750"/>
                  <a:pt x="1383" y="2750"/>
                </a:cubicBezTo>
                <a:lnTo>
                  <a:pt x="1414" y="2607"/>
                </a:lnTo>
                <a:cubicBezTo>
                  <a:pt x="1455" y="2607"/>
                  <a:pt x="1496" y="2602"/>
                  <a:pt x="1537" y="2597"/>
                </a:cubicBezTo>
                <a:lnTo>
                  <a:pt x="1588" y="2730"/>
                </a:lnTo>
                <a:cubicBezTo>
                  <a:pt x="1655" y="2720"/>
                  <a:pt x="1721" y="2704"/>
                  <a:pt x="1783" y="2684"/>
                </a:cubicBezTo>
                <a:lnTo>
                  <a:pt x="1772" y="2540"/>
                </a:lnTo>
                <a:cubicBezTo>
                  <a:pt x="1808" y="2530"/>
                  <a:pt x="1849" y="2515"/>
                  <a:pt x="1885" y="2499"/>
                </a:cubicBezTo>
                <a:lnTo>
                  <a:pt x="1977" y="2607"/>
                </a:lnTo>
                <a:cubicBezTo>
                  <a:pt x="2034" y="2581"/>
                  <a:pt x="2095" y="2546"/>
                  <a:pt x="2151" y="2510"/>
                </a:cubicBezTo>
                <a:lnTo>
                  <a:pt x="2090" y="2366"/>
                </a:lnTo>
                <a:cubicBezTo>
                  <a:pt x="2121" y="2341"/>
                  <a:pt x="2151" y="2315"/>
                  <a:pt x="2182" y="2289"/>
                </a:cubicBezTo>
                <a:lnTo>
                  <a:pt x="2305" y="2371"/>
                </a:lnTo>
                <a:cubicBezTo>
                  <a:pt x="2351" y="2325"/>
                  <a:pt x="2397" y="2274"/>
                  <a:pt x="2438" y="2223"/>
                </a:cubicBezTo>
                <a:lnTo>
                  <a:pt x="2351" y="2110"/>
                </a:lnTo>
                <a:cubicBezTo>
                  <a:pt x="2372" y="2079"/>
                  <a:pt x="2397" y="2049"/>
                  <a:pt x="2418" y="2008"/>
                </a:cubicBezTo>
                <a:lnTo>
                  <a:pt x="2556" y="2049"/>
                </a:lnTo>
                <a:cubicBezTo>
                  <a:pt x="2592" y="1992"/>
                  <a:pt x="2617" y="1931"/>
                  <a:pt x="2643" y="1870"/>
                </a:cubicBezTo>
                <a:lnTo>
                  <a:pt x="2525" y="1793"/>
                </a:lnTo>
                <a:cubicBezTo>
                  <a:pt x="2535" y="1752"/>
                  <a:pt x="2551" y="1711"/>
                  <a:pt x="2561" y="1670"/>
                </a:cubicBezTo>
                <a:lnTo>
                  <a:pt x="2704" y="1670"/>
                </a:lnTo>
                <a:lnTo>
                  <a:pt x="2704" y="1660"/>
                </a:lnTo>
                <a:cubicBezTo>
                  <a:pt x="2720" y="1598"/>
                  <a:pt x="2725" y="1537"/>
                  <a:pt x="2730" y="1475"/>
                </a:cubicBezTo>
                <a:lnTo>
                  <a:pt x="2592" y="1434"/>
                </a:lnTo>
                <a:cubicBezTo>
                  <a:pt x="2597" y="1388"/>
                  <a:pt x="2597" y="1347"/>
                  <a:pt x="2592" y="1306"/>
                </a:cubicBezTo>
                <a:lnTo>
                  <a:pt x="2730" y="1260"/>
                </a:lnTo>
                <a:cubicBezTo>
                  <a:pt x="2725" y="1193"/>
                  <a:pt x="2715" y="1132"/>
                  <a:pt x="2699" y="1065"/>
                </a:cubicBezTo>
                <a:lnTo>
                  <a:pt x="2556" y="1065"/>
                </a:lnTo>
                <a:cubicBezTo>
                  <a:pt x="2546" y="1024"/>
                  <a:pt x="2535" y="984"/>
                  <a:pt x="2520" y="943"/>
                </a:cubicBezTo>
                <a:lnTo>
                  <a:pt x="2638" y="861"/>
                </a:lnTo>
                <a:cubicBezTo>
                  <a:pt x="2612" y="799"/>
                  <a:pt x="2587" y="738"/>
                  <a:pt x="2551" y="681"/>
                </a:cubicBezTo>
                <a:lnTo>
                  <a:pt x="2413" y="727"/>
                </a:lnTo>
                <a:cubicBezTo>
                  <a:pt x="2392" y="692"/>
                  <a:pt x="2366" y="656"/>
                  <a:pt x="2341" y="620"/>
                </a:cubicBezTo>
                <a:lnTo>
                  <a:pt x="2428" y="507"/>
                </a:lnTo>
                <a:cubicBezTo>
                  <a:pt x="2387" y="456"/>
                  <a:pt x="2341" y="405"/>
                  <a:pt x="2295" y="364"/>
                </a:cubicBezTo>
                <a:lnTo>
                  <a:pt x="2182" y="446"/>
                </a:lnTo>
                <a:cubicBezTo>
                  <a:pt x="2146" y="415"/>
                  <a:pt x="2110" y="389"/>
                  <a:pt x="2075" y="364"/>
                </a:cubicBezTo>
                <a:lnTo>
                  <a:pt x="2126" y="231"/>
                </a:lnTo>
                <a:cubicBezTo>
                  <a:pt x="2075" y="195"/>
                  <a:pt x="2013" y="159"/>
                  <a:pt x="1957" y="133"/>
                </a:cubicBezTo>
                <a:lnTo>
                  <a:pt x="1870" y="246"/>
                </a:lnTo>
                <a:cubicBezTo>
                  <a:pt x="1829" y="231"/>
                  <a:pt x="1788" y="210"/>
                  <a:pt x="1742" y="200"/>
                </a:cubicBezTo>
                <a:lnTo>
                  <a:pt x="1752" y="57"/>
                </a:lnTo>
                <a:cubicBezTo>
                  <a:pt x="1721" y="46"/>
                  <a:pt x="1690" y="36"/>
                  <a:pt x="1660" y="31"/>
                </a:cubicBezTo>
                <a:cubicBezTo>
                  <a:pt x="1629" y="26"/>
                  <a:pt x="1593" y="21"/>
                  <a:pt x="1562" y="16"/>
                </a:cubicBezTo>
                <a:lnTo>
                  <a:pt x="1511" y="149"/>
                </a:lnTo>
                <a:cubicBezTo>
                  <a:pt x="1465" y="144"/>
                  <a:pt x="1424" y="138"/>
                  <a:pt x="1378" y="138"/>
                </a:cubicBezTo>
                <a:lnTo>
                  <a:pt x="13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1"/>
          <p:cNvSpPr/>
          <p:nvPr/>
        </p:nvSpPr>
        <p:spPr>
          <a:xfrm>
            <a:off x="5166376" y="1442897"/>
            <a:ext cx="293626" cy="247883"/>
          </a:xfrm>
          <a:custGeom>
            <a:avLst/>
            <a:gdLst/>
            <a:ahLst/>
            <a:cxnLst/>
            <a:rect l="l" t="t" r="r" b="b"/>
            <a:pathLst>
              <a:path w="1823" h="1539" extrusionOk="0">
                <a:moveTo>
                  <a:pt x="983" y="368"/>
                </a:moveTo>
                <a:cubicBezTo>
                  <a:pt x="1219" y="368"/>
                  <a:pt x="1431" y="587"/>
                  <a:pt x="1372" y="854"/>
                </a:cubicBezTo>
                <a:cubicBezTo>
                  <a:pt x="1332" y="1041"/>
                  <a:pt x="1168" y="1170"/>
                  <a:pt x="984" y="1170"/>
                </a:cubicBezTo>
                <a:cubicBezTo>
                  <a:pt x="957" y="1170"/>
                  <a:pt x="929" y="1167"/>
                  <a:pt x="901" y="1161"/>
                </a:cubicBezTo>
                <a:cubicBezTo>
                  <a:pt x="553" y="1084"/>
                  <a:pt x="471" y="628"/>
                  <a:pt x="768" y="434"/>
                </a:cubicBezTo>
                <a:cubicBezTo>
                  <a:pt x="837" y="388"/>
                  <a:pt x="911" y="368"/>
                  <a:pt x="983" y="368"/>
                </a:cubicBezTo>
                <a:close/>
                <a:moveTo>
                  <a:pt x="977" y="1"/>
                </a:moveTo>
                <a:cubicBezTo>
                  <a:pt x="395" y="1"/>
                  <a:pt x="1" y="658"/>
                  <a:pt x="337" y="1187"/>
                </a:cubicBezTo>
                <a:cubicBezTo>
                  <a:pt x="492" y="1427"/>
                  <a:pt x="736" y="1538"/>
                  <a:pt x="978" y="1538"/>
                </a:cubicBezTo>
                <a:cubicBezTo>
                  <a:pt x="1315" y="1538"/>
                  <a:pt x="1649" y="1323"/>
                  <a:pt x="1736" y="936"/>
                </a:cubicBezTo>
                <a:cubicBezTo>
                  <a:pt x="1823" y="516"/>
                  <a:pt x="1561" y="106"/>
                  <a:pt x="1147" y="19"/>
                </a:cubicBezTo>
                <a:cubicBezTo>
                  <a:pt x="1089" y="7"/>
                  <a:pt x="1032" y="1"/>
                  <a:pt x="9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1"/>
          <p:cNvSpPr/>
          <p:nvPr/>
        </p:nvSpPr>
        <p:spPr>
          <a:xfrm flipH="1">
            <a:off x="8086552" y="1420037"/>
            <a:ext cx="293598" cy="293598"/>
          </a:xfrm>
          <a:prstGeom prst="lightningBol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41"/>
          <p:cNvSpPr/>
          <p:nvPr/>
        </p:nvSpPr>
        <p:spPr>
          <a:xfrm>
            <a:off x="6538223" y="1171411"/>
            <a:ext cx="293700" cy="293700"/>
          </a:xfrm>
          <a:prstGeom prst="smileyFace">
            <a:avLst>
              <a:gd name="adj" fmla="val 4653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8" name="Google Shape;548;p41"/>
          <p:cNvGrpSpPr/>
          <p:nvPr/>
        </p:nvGrpSpPr>
        <p:grpSpPr>
          <a:xfrm>
            <a:off x="5417233" y="2411949"/>
            <a:ext cx="1080756" cy="2191550"/>
            <a:chOff x="5417233" y="2411949"/>
            <a:chExt cx="1080756" cy="2191550"/>
          </a:xfrm>
        </p:grpSpPr>
        <p:grpSp>
          <p:nvGrpSpPr>
            <p:cNvPr id="549" name="Google Shape;549;p41"/>
            <p:cNvGrpSpPr/>
            <p:nvPr/>
          </p:nvGrpSpPr>
          <p:grpSpPr>
            <a:xfrm>
              <a:off x="5417890" y="2411949"/>
              <a:ext cx="1080099" cy="2191550"/>
              <a:chOff x="712527" y="2504437"/>
              <a:chExt cx="1080099" cy="2191550"/>
            </a:xfrm>
          </p:grpSpPr>
          <p:sp>
            <p:nvSpPr>
              <p:cNvPr id="550" name="Google Shape;550;p41"/>
              <p:cNvSpPr/>
              <p:nvPr/>
            </p:nvSpPr>
            <p:spPr>
              <a:xfrm>
                <a:off x="1255592" y="2953276"/>
                <a:ext cx="500043" cy="405922"/>
              </a:xfrm>
              <a:custGeom>
                <a:avLst/>
                <a:gdLst/>
                <a:ahLst/>
                <a:cxnLst/>
                <a:rect l="l" t="t" r="r" b="b"/>
                <a:pathLst>
                  <a:path w="4569" h="3709" extrusionOk="0">
                    <a:moveTo>
                      <a:pt x="579" y="0"/>
                    </a:moveTo>
                    <a:lnTo>
                      <a:pt x="1" y="333"/>
                    </a:lnTo>
                    <a:lnTo>
                      <a:pt x="52" y="1148"/>
                    </a:lnTo>
                    <a:cubicBezTo>
                      <a:pt x="52" y="1148"/>
                      <a:pt x="1588" y="3355"/>
                      <a:pt x="1819" y="3380"/>
                    </a:cubicBezTo>
                    <a:cubicBezTo>
                      <a:pt x="2044" y="3406"/>
                      <a:pt x="4472" y="3708"/>
                      <a:pt x="4472" y="3708"/>
                    </a:cubicBezTo>
                    <a:lnTo>
                      <a:pt x="4569" y="3027"/>
                    </a:lnTo>
                    <a:lnTo>
                      <a:pt x="2203" y="213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41"/>
              <p:cNvSpPr/>
              <p:nvPr/>
            </p:nvSpPr>
            <p:spPr>
              <a:xfrm>
                <a:off x="771299" y="2856088"/>
                <a:ext cx="557828" cy="575339"/>
              </a:xfrm>
              <a:custGeom>
                <a:avLst/>
                <a:gdLst/>
                <a:ahLst/>
                <a:cxnLst/>
                <a:rect l="l" t="t" r="r" b="b"/>
                <a:pathLst>
                  <a:path w="5097" h="5257" extrusionOk="0">
                    <a:moveTo>
                      <a:pt x="4051" y="0"/>
                    </a:moveTo>
                    <a:cubicBezTo>
                      <a:pt x="3702" y="0"/>
                      <a:pt x="3381" y="166"/>
                      <a:pt x="3381" y="166"/>
                    </a:cubicBezTo>
                    <a:lnTo>
                      <a:pt x="1568" y="622"/>
                    </a:lnTo>
                    <a:lnTo>
                      <a:pt x="754" y="945"/>
                    </a:lnTo>
                    <a:cubicBezTo>
                      <a:pt x="626" y="1180"/>
                      <a:pt x="487" y="1406"/>
                      <a:pt x="334" y="1621"/>
                    </a:cubicBezTo>
                    <a:cubicBezTo>
                      <a:pt x="73" y="1989"/>
                      <a:pt x="1" y="3270"/>
                      <a:pt x="1" y="3270"/>
                    </a:cubicBezTo>
                    <a:lnTo>
                      <a:pt x="1363" y="3019"/>
                    </a:lnTo>
                    <a:lnTo>
                      <a:pt x="2126" y="5257"/>
                    </a:lnTo>
                    <a:lnTo>
                      <a:pt x="4441" y="4473"/>
                    </a:lnTo>
                    <a:cubicBezTo>
                      <a:pt x="4441" y="4473"/>
                      <a:pt x="4328" y="4217"/>
                      <a:pt x="4236" y="3971"/>
                    </a:cubicBezTo>
                    <a:cubicBezTo>
                      <a:pt x="4139" y="3726"/>
                      <a:pt x="4723" y="2727"/>
                      <a:pt x="4876" y="2153"/>
                    </a:cubicBezTo>
                    <a:cubicBezTo>
                      <a:pt x="5025" y="1575"/>
                      <a:pt x="4620" y="1134"/>
                      <a:pt x="4620" y="1134"/>
                    </a:cubicBezTo>
                    <a:lnTo>
                      <a:pt x="5097" y="827"/>
                    </a:lnTo>
                    <a:cubicBezTo>
                      <a:pt x="5097" y="827"/>
                      <a:pt x="5010" y="545"/>
                      <a:pt x="4559" y="166"/>
                    </a:cubicBezTo>
                    <a:cubicBezTo>
                      <a:pt x="4407" y="42"/>
                      <a:pt x="4225" y="0"/>
                      <a:pt x="40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41"/>
              <p:cNvSpPr/>
              <p:nvPr/>
            </p:nvSpPr>
            <p:spPr>
              <a:xfrm>
                <a:off x="712527" y="2504437"/>
                <a:ext cx="330735" cy="464583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4245" extrusionOk="0">
                    <a:moveTo>
                      <a:pt x="2658" y="1"/>
                    </a:moveTo>
                    <a:cubicBezTo>
                      <a:pt x="2453" y="1"/>
                      <a:pt x="2164" y="108"/>
                      <a:pt x="1844" y="235"/>
                    </a:cubicBezTo>
                    <a:cubicBezTo>
                      <a:pt x="1260" y="460"/>
                      <a:pt x="1496" y="1131"/>
                      <a:pt x="1613" y="1566"/>
                    </a:cubicBezTo>
                    <a:cubicBezTo>
                      <a:pt x="1736" y="2002"/>
                      <a:pt x="1040" y="2263"/>
                      <a:pt x="517" y="2570"/>
                    </a:cubicBezTo>
                    <a:cubicBezTo>
                      <a:pt x="0" y="2872"/>
                      <a:pt x="251" y="3850"/>
                      <a:pt x="1096" y="4168"/>
                    </a:cubicBezTo>
                    <a:cubicBezTo>
                      <a:pt x="1237" y="4221"/>
                      <a:pt x="1361" y="4245"/>
                      <a:pt x="1471" y="4245"/>
                    </a:cubicBezTo>
                    <a:cubicBezTo>
                      <a:pt x="2017" y="4245"/>
                      <a:pt x="2213" y="3653"/>
                      <a:pt x="2469" y="3128"/>
                    </a:cubicBezTo>
                    <a:cubicBezTo>
                      <a:pt x="2776" y="2498"/>
                      <a:pt x="2382" y="1530"/>
                      <a:pt x="2218" y="1479"/>
                    </a:cubicBezTo>
                    <a:cubicBezTo>
                      <a:pt x="2054" y="1423"/>
                      <a:pt x="1880" y="1121"/>
                      <a:pt x="2146" y="998"/>
                    </a:cubicBezTo>
                    <a:cubicBezTo>
                      <a:pt x="2192" y="975"/>
                      <a:pt x="2232" y="966"/>
                      <a:pt x="2267" y="966"/>
                    </a:cubicBezTo>
                    <a:cubicBezTo>
                      <a:pt x="2429" y="966"/>
                      <a:pt x="2463" y="1172"/>
                      <a:pt x="2463" y="1172"/>
                    </a:cubicBezTo>
                    <a:cubicBezTo>
                      <a:pt x="2465" y="1172"/>
                      <a:pt x="2467" y="1172"/>
                      <a:pt x="2468" y="1172"/>
                    </a:cubicBezTo>
                    <a:cubicBezTo>
                      <a:pt x="2773" y="1172"/>
                      <a:pt x="3021" y="704"/>
                      <a:pt x="2965" y="271"/>
                    </a:cubicBezTo>
                    <a:cubicBezTo>
                      <a:pt x="2940" y="74"/>
                      <a:pt x="2828" y="1"/>
                      <a:pt x="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41"/>
              <p:cNvSpPr/>
              <p:nvPr/>
            </p:nvSpPr>
            <p:spPr>
              <a:xfrm>
                <a:off x="919815" y="2513849"/>
                <a:ext cx="221512" cy="445431"/>
              </a:xfrm>
              <a:custGeom>
                <a:avLst/>
                <a:gdLst/>
                <a:ahLst/>
                <a:cxnLst/>
                <a:rect l="l" t="t" r="r" b="b"/>
                <a:pathLst>
                  <a:path w="2024" h="4070" extrusionOk="0">
                    <a:moveTo>
                      <a:pt x="995" y="0"/>
                    </a:moveTo>
                    <a:lnTo>
                      <a:pt x="995" y="46"/>
                    </a:lnTo>
                    <a:cubicBezTo>
                      <a:pt x="995" y="98"/>
                      <a:pt x="1066" y="400"/>
                      <a:pt x="984" y="707"/>
                    </a:cubicBezTo>
                    <a:cubicBezTo>
                      <a:pt x="897" y="1014"/>
                      <a:pt x="575" y="1050"/>
                      <a:pt x="575" y="1050"/>
                    </a:cubicBezTo>
                    <a:cubicBezTo>
                      <a:pt x="554" y="1004"/>
                      <a:pt x="528" y="963"/>
                      <a:pt x="493" y="922"/>
                    </a:cubicBezTo>
                    <a:cubicBezTo>
                      <a:pt x="459" y="880"/>
                      <a:pt x="412" y="854"/>
                      <a:pt x="359" y="854"/>
                    </a:cubicBezTo>
                    <a:cubicBezTo>
                      <a:pt x="289" y="854"/>
                      <a:pt x="209" y="897"/>
                      <a:pt x="134" y="1004"/>
                    </a:cubicBezTo>
                    <a:cubicBezTo>
                      <a:pt x="1" y="1194"/>
                      <a:pt x="267" y="1363"/>
                      <a:pt x="324" y="1419"/>
                    </a:cubicBezTo>
                    <a:cubicBezTo>
                      <a:pt x="375" y="1480"/>
                      <a:pt x="528" y="1711"/>
                      <a:pt x="528" y="1711"/>
                    </a:cubicBezTo>
                    <a:cubicBezTo>
                      <a:pt x="528" y="1711"/>
                      <a:pt x="682" y="2054"/>
                      <a:pt x="667" y="2628"/>
                    </a:cubicBezTo>
                    <a:cubicBezTo>
                      <a:pt x="651" y="3206"/>
                      <a:pt x="221" y="3734"/>
                      <a:pt x="211" y="3749"/>
                    </a:cubicBezTo>
                    <a:cubicBezTo>
                      <a:pt x="201" y="3764"/>
                      <a:pt x="727" y="4069"/>
                      <a:pt x="1197" y="4069"/>
                    </a:cubicBezTo>
                    <a:cubicBezTo>
                      <a:pt x="1222" y="4069"/>
                      <a:pt x="1247" y="4068"/>
                      <a:pt x="1271" y="4067"/>
                    </a:cubicBezTo>
                    <a:cubicBezTo>
                      <a:pt x="1763" y="4036"/>
                      <a:pt x="2024" y="3293"/>
                      <a:pt x="2024" y="3293"/>
                    </a:cubicBezTo>
                    <a:lnTo>
                      <a:pt x="2024" y="3293"/>
                    </a:lnTo>
                    <a:cubicBezTo>
                      <a:pt x="2024" y="3293"/>
                      <a:pt x="1846" y="3305"/>
                      <a:pt x="1704" y="3305"/>
                    </a:cubicBezTo>
                    <a:cubicBezTo>
                      <a:pt x="1632" y="3305"/>
                      <a:pt x="1570" y="3302"/>
                      <a:pt x="1543" y="3293"/>
                    </a:cubicBezTo>
                    <a:cubicBezTo>
                      <a:pt x="1466" y="3268"/>
                      <a:pt x="1123" y="1921"/>
                      <a:pt x="1123" y="1921"/>
                    </a:cubicBezTo>
                    <a:lnTo>
                      <a:pt x="1123" y="1921"/>
                    </a:lnTo>
                    <a:cubicBezTo>
                      <a:pt x="1123" y="1921"/>
                      <a:pt x="1190" y="1931"/>
                      <a:pt x="1281" y="1931"/>
                    </a:cubicBezTo>
                    <a:cubicBezTo>
                      <a:pt x="1372" y="1931"/>
                      <a:pt x="1486" y="1921"/>
                      <a:pt x="1578" y="1880"/>
                    </a:cubicBezTo>
                    <a:cubicBezTo>
                      <a:pt x="1763" y="1798"/>
                      <a:pt x="1609" y="809"/>
                      <a:pt x="1578" y="492"/>
                    </a:cubicBezTo>
                    <a:cubicBezTo>
                      <a:pt x="1548" y="174"/>
                      <a:pt x="1035" y="0"/>
                      <a:pt x="1035" y="0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41"/>
              <p:cNvSpPr/>
              <p:nvPr/>
            </p:nvSpPr>
            <p:spPr>
              <a:xfrm>
                <a:off x="1093614" y="2577109"/>
                <a:ext cx="32614" cy="719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657" extrusionOk="0">
                    <a:moveTo>
                      <a:pt x="1" y="1"/>
                    </a:moveTo>
                    <a:lnTo>
                      <a:pt x="21" y="657"/>
                    </a:lnTo>
                    <a:lnTo>
                      <a:pt x="298" y="65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41"/>
              <p:cNvSpPr/>
              <p:nvPr/>
            </p:nvSpPr>
            <p:spPr>
              <a:xfrm>
                <a:off x="1028604" y="2513411"/>
                <a:ext cx="86460" cy="78470"/>
              </a:xfrm>
              <a:custGeom>
                <a:avLst/>
                <a:gdLst/>
                <a:ahLst/>
                <a:cxnLst/>
                <a:rect l="l" t="t" r="r" b="b"/>
                <a:pathLst>
                  <a:path w="790" h="717" extrusionOk="0">
                    <a:moveTo>
                      <a:pt x="76" y="0"/>
                    </a:moveTo>
                    <a:cubicBezTo>
                      <a:pt x="30" y="0"/>
                      <a:pt x="1" y="4"/>
                      <a:pt x="1" y="4"/>
                    </a:cubicBezTo>
                    <a:cubicBezTo>
                      <a:pt x="108" y="45"/>
                      <a:pt x="697" y="716"/>
                      <a:pt x="697" y="716"/>
                    </a:cubicBezTo>
                    <a:cubicBezTo>
                      <a:pt x="697" y="716"/>
                      <a:pt x="789" y="670"/>
                      <a:pt x="625" y="306"/>
                    </a:cubicBezTo>
                    <a:cubicBezTo>
                      <a:pt x="499" y="35"/>
                      <a:pt x="213" y="0"/>
                      <a:pt x="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41"/>
              <p:cNvSpPr/>
              <p:nvPr/>
            </p:nvSpPr>
            <p:spPr>
              <a:xfrm>
                <a:off x="997740" y="2723986"/>
                <a:ext cx="62382" cy="66322"/>
              </a:xfrm>
              <a:custGeom>
                <a:avLst/>
                <a:gdLst/>
                <a:ahLst/>
                <a:cxnLst/>
                <a:rect l="l" t="t" r="r" b="b"/>
                <a:pathLst>
                  <a:path w="570" h="606" extrusionOk="0">
                    <a:moveTo>
                      <a:pt x="1" y="1"/>
                    </a:moveTo>
                    <a:lnTo>
                      <a:pt x="569" y="605"/>
                    </a:lnTo>
                    <a:lnTo>
                      <a:pt x="569" y="605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000000">
                  <a:alpha val="49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41"/>
              <p:cNvSpPr/>
              <p:nvPr/>
            </p:nvSpPr>
            <p:spPr>
              <a:xfrm>
                <a:off x="1031996" y="2638837"/>
                <a:ext cx="47717" cy="38414"/>
              </a:xfrm>
              <a:custGeom>
                <a:avLst/>
                <a:gdLst/>
                <a:ahLst/>
                <a:cxnLst/>
                <a:rect l="l" t="t" r="r" b="b"/>
                <a:pathLst>
                  <a:path w="436" h="351" extrusionOk="0">
                    <a:moveTo>
                      <a:pt x="36" y="0"/>
                    </a:moveTo>
                    <a:lnTo>
                      <a:pt x="36" y="0"/>
                    </a:lnTo>
                    <a:cubicBezTo>
                      <a:pt x="0" y="57"/>
                      <a:pt x="77" y="221"/>
                      <a:pt x="185" y="302"/>
                    </a:cubicBezTo>
                    <a:cubicBezTo>
                      <a:pt x="229" y="335"/>
                      <a:pt x="282" y="351"/>
                      <a:pt x="337" y="351"/>
                    </a:cubicBezTo>
                    <a:cubicBezTo>
                      <a:pt x="370" y="351"/>
                      <a:pt x="403" y="345"/>
                      <a:pt x="436" y="333"/>
                    </a:cubicBezTo>
                    <a:cubicBezTo>
                      <a:pt x="379" y="313"/>
                      <a:pt x="328" y="287"/>
                      <a:pt x="277" y="256"/>
                    </a:cubicBezTo>
                    <a:cubicBezTo>
                      <a:pt x="174" y="195"/>
                      <a:pt x="92" y="108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41"/>
              <p:cNvSpPr/>
              <p:nvPr/>
            </p:nvSpPr>
            <p:spPr>
              <a:xfrm>
                <a:off x="1003978" y="3345641"/>
                <a:ext cx="656983" cy="1269642"/>
              </a:xfrm>
              <a:custGeom>
                <a:avLst/>
                <a:gdLst/>
                <a:ahLst/>
                <a:cxnLst/>
                <a:rect l="l" t="t" r="r" b="b"/>
                <a:pathLst>
                  <a:path w="6003" h="11601" extrusionOk="0">
                    <a:moveTo>
                      <a:pt x="2320" y="0"/>
                    </a:moveTo>
                    <a:lnTo>
                      <a:pt x="0" y="784"/>
                    </a:lnTo>
                    <a:lnTo>
                      <a:pt x="128" y="11600"/>
                    </a:lnTo>
                    <a:lnTo>
                      <a:pt x="2387" y="11600"/>
                    </a:lnTo>
                    <a:lnTo>
                      <a:pt x="1429" y="2735"/>
                    </a:lnTo>
                    <a:lnTo>
                      <a:pt x="3688" y="11447"/>
                    </a:lnTo>
                    <a:lnTo>
                      <a:pt x="6002" y="11395"/>
                    </a:lnTo>
                    <a:lnTo>
                      <a:pt x="23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41"/>
              <p:cNvSpPr/>
              <p:nvPr/>
            </p:nvSpPr>
            <p:spPr>
              <a:xfrm>
                <a:off x="790342" y="3186397"/>
                <a:ext cx="547213" cy="343102"/>
              </a:xfrm>
              <a:custGeom>
                <a:avLst/>
                <a:gdLst/>
                <a:ahLst/>
                <a:cxnLst/>
                <a:rect l="l" t="t" r="r" b="b"/>
                <a:pathLst>
                  <a:path w="5000" h="3135" extrusionOk="0">
                    <a:moveTo>
                      <a:pt x="1189" y="1"/>
                    </a:moveTo>
                    <a:lnTo>
                      <a:pt x="1" y="221"/>
                    </a:lnTo>
                    <a:cubicBezTo>
                      <a:pt x="1" y="221"/>
                      <a:pt x="493" y="2884"/>
                      <a:pt x="785" y="3115"/>
                    </a:cubicBezTo>
                    <a:cubicBezTo>
                      <a:pt x="802" y="3128"/>
                      <a:pt x="830" y="3135"/>
                      <a:pt x="865" y="3135"/>
                    </a:cubicBezTo>
                    <a:cubicBezTo>
                      <a:pt x="1425" y="3135"/>
                      <a:pt x="4042" y="1532"/>
                      <a:pt x="4042" y="1532"/>
                    </a:cubicBezTo>
                    <a:cubicBezTo>
                      <a:pt x="4042" y="1532"/>
                      <a:pt x="4907" y="1491"/>
                      <a:pt x="4953" y="1455"/>
                    </a:cubicBezTo>
                    <a:cubicBezTo>
                      <a:pt x="4999" y="1414"/>
                      <a:pt x="4195" y="1261"/>
                      <a:pt x="4195" y="1261"/>
                    </a:cubicBezTo>
                    <a:cubicBezTo>
                      <a:pt x="4195" y="1261"/>
                      <a:pt x="4424" y="953"/>
                      <a:pt x="4311" y="953"/>
                    </a:cubicBezTo>
                    <a:cubicBezTo>
                      <a:pt x="4302" y="953"/>
                      <a:pt x="4291" y="954"/>
                      <a:pt x="4277" y="959"/>
                    </a:cubicBezTo>
                    <a:cubicBezTo>
                      <a:pt x="4093" y="1020"/>
                      <a:pt x="1696" y="1681"/>
                      <a:pt x="1696" y="1681"/>
                    </a:cubicBezTo>
                    <a:lnTo>
                      <a:pt x="1189" y="1"/>
                    </a:ln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41"/>
              <p:cNvSpPr/>
              <p:nvPr/>
            </p:nvSpPr>
            <p:spPr>
              <a:xfrm>
                <a:off x="1261174" y="3050136"/>
                <a:ext cx="531453" cy="631374"/>
              </a:xfrm>
              <a:custGeom>
                <a:avLst/>
                <a:gdLst/>
                <a:ahLst/>
                <a:cxnLst/>
                <a:rect l="l" t="t" r="r" b="b"/>
                <a:pathLst>
                  <a:path w="4856" h="5769" extrusionOk="0">
                    <a:moveTo>
                      <a:pt x="2666" y="0"/>
                    </a:moveTo>
                    <a:cubicBezTo>
                      <a:pt x="2467" y="0"/>
                      <a:pt x="2256" y="31"/>
                      <a:pt x="2034" y="99"/>
                    </a:cubicBezTo>
                    <a:cubicBezTo>
                      <a:pt x="984" y="401"/>
                      <a:pt x="195" y="1271"/>
                      <a:pt x="1" y="2347"/>
                    </a:cubicBezTo>
                    <a:lnTo>
                      <a:pt x="912" y="2567"/>
                    </a:lnTo>
                    <a:cubicBezTo>
                      <a:pt x="912" y="2567"/>
                      <a:pt x="1000" y="1471"/>
                      <a:pt x="1583" y="1179"/>
                    </a:cubicBezTo>
                    <a:cubicBezTo>
                      <a:pt x="1742" y="1100"/>
                      <a:pt x="1940" y="1058"/>
                      <a:pt x="2146" y="1058"/>
                    </a:cubicBezTo>
                    <a:cubicBezTo>
                      <a:pt x="2697" y="1058"/>
                      <a:pt x="3301" y="1357"/>
                      <a:pt x="3335" y="2024"/>
                    </a:cubicBezTo>
                    <a:cubicBezTo>
                      <a:pt x="3376" y="2946"/>
                      <a:pt x="2387" y="3340"/>
                      <a:pt x="1947" y="3340"/>
                    </a:cubicBezTo>
                    <a:lnTo>
                      <a:pt x="1450" y="3340"/>
                    </a:lnTo>
                    <a:lnTo>
                      <a:pt x="656" y="5440"/>
                    </a:lnTo>
                    <a:lnTo>
                      <a:pt x="1379" y="5768"/>
                    </a:lnTo>
                    <a:lnTo>
                      <a:pt x="2136" y="4211"/>
                    </a:lnTo>
                    <a:cubicBezTo>
                      <a:pt x="2136" y="4211"/>
                      <a:pt x="2272" y="4236"/>
                      <a:pt x="2479" y="4236"/>
                    </a:cubicBezTo>
                    <a:cubicBezTo>
                      <a:pt x="3001" y="4236"/>
                      <a:pt x="3974" y="4079"/>
                      <a:pt x="4369" y="2972"/>
                    </a:cubicBezTo>
                    <a:cubicBezTo>
                      <a:pt x="4855" y="1618"/>
                      <a:pt x="4093" y="0"/>
                      <a:pt x="26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41"/>
              <p:cNvSpPr/>
              <p:nvPr/>
            </p:nvSpPr>
            <p:spPr>
              <a:xfrm>
                <a:off x="1733756" y="3253159"/>
                <a:ext cx="49359" cy="85584"/>
              </a:xfrm>
              <a:custGeom>
                <a:avLst/>
                <a:gdLst/>
                <a:ahLst/>
                <a:cxnLst/>
                <a:rect l="l" t="t" r="r" b="b"/>
                <a:pathLst>
                  <a:path w="451" h="782" extrusionOk="0">
                    <a:moveTo>
                      <a:pt x="0" y="0"/>
                    </a:moveTo>
                    <a:cubicBezTo>
                      <a:pt x="0" y="0"/>
                      <a:pt x="138" y="594"/>
                      <a:pt x="144" y="692"/>
                    </a:cubicBezTo>
                    <a:cubicBezTo>
                      <a:pt x="146" y="743"/>
                      <a:pt x="166" y="781"/>
                      <a:pt x="205" y="781"/>
                    </a:cubicBezTo>
                    <a:cubicBezTo>
                      <a:pt x="235" y="781"/>
                      <a:pt x="278" y="756"/>
                      <a:pt x="333" y="692"/>
                    </a:cubicBezTo>
                    <a:cubicBezTo>
                      <a:pt x="333" y="692"/>
                      <a:pt x="451" y="236"/>
                      <a:pt x="266" y="128"/>
                    </a:cubicBezTo>
                    <a:cubicBezTo>
                      <a:pt x="185" y="72"/>
                      <a:pt x="92" y="31"/>
                      <a:pt x="0" y="0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41"/>
              <p:cNvSpPr/>
              <p:nvPr/>
            </p:nvSpPr>
            <p:spPr>
              <a:xfrm>
                <a:off x="1040971" y="4615218"/>
                <a:ext cx="148076" cy="80769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738" extrusionOk="0">
                    <a:moveTo>
                      <a:pt x="599" y="0"/>
                    </a:moveTo>
                    <a:lnTo>
                      <a:pt x="0" y="738"/>
                    </a:lnTo>
                    <a:lnTo>
                      <a:pt x="0" y="738"/>
                    </a:lnTo>
                    <a:lnTo>
                      <a:pt x="1240" y="456"/>
                    </a:lnTo>
                    <a:lnTo>
                      <a:pt x="1352" y="0"/>
                    </a:lnTo>
                    <a:close/>
                  </a:path>
                </a:pathLst>
              </a:custGeom>
              <a:solidFill>
                <a:srgbClr val="FA815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41"/>
              <p:cNvSpPr/>
              <p:nvPr/>
            </p:nvSpPr>
            <p:spPr>
              <a:xfrm>
                <a:off x="1476999" y="4596722"/>
                <a:ext cx="146434" cy="72341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661" extrusionOk="0">
                    <a:moveTo>
                      <a:pt x="1" y="0"/>
                    </a:moveTo>
                    <a:lnTo>
                      <a:pt x="282" y="430"/>
                    </a:lnTo>
                    <a:lnTo>
                      <a:pt x="1337" y="661"/>
                    </a:lnTo>
                    <a:lnTo>
                      <a:pt x="1020" y="0"/>
                    </a:lnTo>
                    <a:close/>
                  </a:path>
                </a:pathLst>
              </a:custGeom>
              <a:solidFill>
                <a:srgbClr val="3629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41"/>
              <p:cNvSpPr/>
              <p:nvPr/>
            </p:nvSpPr>
            <p:spPr>
              <a:xfrm>
                <a:off x="1281968" y="3681422"/>
                <a:ext cx="130127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1189" h="1148" extrusionOk="0">
                    <a:moveTo>
                      <a:pt x="303" y="0"/>
                    </a:moveTo>
                    <a:lnTo>
                      <a:pt x="0" y="789"/>
                    </a:lnTo>
                    <a:lnTo>
                      <a:pt x="907" y="1147"/>
                    </a:lnTo>
                    <a:lnTo>
                      <a:pt x="1189" y="195"/>
                    </a:lnTo>
                    <a:lnTo>
                      <a:pt x="3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41"/>
              <p:cNvSpPr/>
              <p:nvPr/>
            </p:nvSpPr>
            <p:spPr>
              <a:xfrm>
                <a:off x="1476999" y="4596722"/>
                <a:ext cx="146434" cy="72341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661" extrusionOk="0">
                    <a:moveTo>
                      <a:pt x="1" y="0"/>
                    </a:moveTo>
                    <a:lnTo>
                      <a:pt x="282" y="430"/>
                    </a:lnTo>
                    <a:lnTo>
                      <a:pt x="1337" y="661"/>
                    </a:lnTo>
                    <a:lnTo>
                      <a:pt x="1020" y="0"/>
                    </a:lnTo>
                    <a:close/>
                  </a:path>
                </a:pathLst>
              </a:custGeom>
              <a:solidFill>
                <a:srgbClr val="FA815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41"/>
              <p:cNvSpPr/>
              <p:nvPr/>
            </p:nvSpPr>
            <p:spPr>
              <a:xfrm>
                <a:off x="934481" y="2874256"/>
                <a:ext cx="206846" cy="86131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787" extrusionOk="0">
                    <a:moveTo>
                      <a:pt x="1890" y="0"/>
                    </a:moveTo>
                    <a:cubicBezTo>
                      <a:pt x="1890" y="0"/>
                      <a:pt x="1485" y="620"/>
                      <a:pt x="1122" y="646"/>
                    </a:cubicBezTo>
                    <a:cubicBezTo>
                      <a:pt x="1105" y="647"/>
                      <a:pt x="1087" y="648"/>
                      <a:pt x="1069" y="648"/>
                    </a:cubicBezTo>
                    <a:cubicBezTo>
                      <a:pt x="697" y="648"/>
                      <a:pt x="77" y="359"/>
                      <a:pt x="77" y="359"/>
                    </a:cubicBezTo>
                    <a:lnTo>
                      <a:pt x="77" y="287"/>
                    </a:lnTo>
                    <a:cubicBezTo>
                      <a:pt x="77" y="279"/>
                      <a:pt x="76" y="275"/>
                      <a:pt x="74" y="275"/>
                    </a:cubicBezTo>
                    <a:cubicBezTo>
                      <a:pt x="60" y="275"/>
                      <a:pt x="0" y="487"/>
                      <a:pt x="0" y="487"/>
                    </a:cubicBezTo>
                    <a:cubicBezTo>
                      <a:pt x="0" y="487"/>
                      <a:pt x="583" y="787"/>
                      <a:pt x="1134" y="787"/>
                    </a:cubicBezTo>
                    <a:cubicBezTo>
                      <a:pt x="1185" y="787"/>
                      <a:pt x="1236" y="784"/>
                      <a:pt x="1286" y="779"/>
                    </a:cubicBezTo>
                    <a:cubicBezTo>
                      <a:pt x="1875" y="712"/>
                      <a:pt x="1890" y="0"/>
                      <a:pt x="18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7" name="Google Shape;567;p41"/>
            <p:cNvSpPr/>
            <p:nvPr/>
          </p:nvSpPr>
          <p:spPr>
            <a:xfrm>
              <a:off x="5417233" y="2417421"/>
              <a:ext cx="553341" cy="2186004"/>
            </a:xfrm>
            <a:custGeom>
              <a:avLst/>
              <a:gdLst/>
              <a:ahLst/>
              <a:cxnLst/>
              <a:rect l="l" t="t" r="r" b="b"/>
              <a:pathLst>
                <a:path w="5056" h="19974" extrusionOk="0">
                  <a:moveTo>
                    <a:pt x="2070" y="999"/>
                  </a:moveTo>
                  <a:lnTo>
                    <a:pt x="2070" y="999"/>
                  </a:lnTo>
                  <a:cubicBezTo>
                    <a:pt x="2060" y="1014"/>
                    <a:pt x="2050" y="1025"/>
                    <a:pt x="2039" y="1040"/>
                  </a:cubicBezTo>
                  <a:cubicBezTo>
                    <a:pt x="2044" y="1025"/>
                    <a:pt x="2055" y="1009"/>
                    <a:pt x="2070" y="999"/>
                  </a:cubicBezTo>
                  <a:close/>
                  <a:moveTo>
                    <a:pt x="2428" y="1747"/>
                  </a:moveTo>
                  <a:lnTo>
                    <a:pt x="2428" y="1747"/>
                  </a:lnTo>
                  <a:cubicBezTo>
                    <a:pt x="2429" y="1747"/>
                    <a:pt x="2429" y="1749"/>
                    <a:pt x="2431" y="1753"/>
                  </a:cubicBezTo>
                  <a:lnTo>
                    <a:pt x="2431" y="1753"/>
                  </a:lnTo>
                  <a:cubicBezTo>
                    <a:pt x="2430" y="1751"/>
                    <a:pt x="2429" y="1749"/>
                    <a:pt x="2428" y="1747"/>
                  </a:cubicBezTo>
                  <a:close/>
                  <a:moveTo>
                    <a:pt x="2546" y="2858"/>
                  </a:moveTo>
                  <a:cubicBezTo>
                    <a:pt x="2459" y="3355"/>
                    <a:pt x="2121" y="3775"/>
                    <a:pt x="2111" y="3785"/>
                  </a:cubicBezTo>
                  <a:cubicBezTo>
                    <a:pt x="2244" y="3585"/>
                    <a:pt x="2352" y="3319"/>
                    <a:pt x="2469" y="3078"/>
                  </a:cubicBezTo>
                  <a:cubicBezTo>
                    <a:pt x="2505" y="3007"/>
                    <a:pt x="2531" y="2935"/>
                    <a:pt x="2546" y="2858"/>
                  </a:cubicBezTo>
                  <a:close/>
                  <a:moveTo>
                    <a:pt x="2352" y="0"/>
                  </a:moveTo>
                  <a:lnTo>
                    <a:pt x="2352" y="0"/>
                  </a:lnTo>
                  <a:cubicBezTo>
                    <a:pt x="2198" y="47"/>
                    <a:pt x="2029" y="108"/>
                    <a:pt x="1845" y="180"/>
                  </a:cubicBezTo>
                  <a:cubicBezTo>
                    <a:pt x="1261" y="410"/>
                    <a:pt x="1496" y="1076"/>
                    <a:pt x="1619" y="1516"/>
                  </a:cubicBezTo>
                  <a:cubicBezTo>
                    <a:pt x="1737" y="1952"/>
                    <a:pt x="1041" y="2208"/>
                    <a:pt x="518" y="2515"/>
                  </a:cubicBezTo>
                  <a:cubicBezTo>
                    <a:pt x="1" y="2822"/>
                    <a:pt x="252" y="3800"/>
                    <a:pt x="1097" y="4118"/>
                  </a:cubicBezTo>
                  <a:cubicBezTo>
                    <a:pt x="1148" y="4138"/>
                    <a:pt x="1204" y="4154"/>
                    <a:pt x="1261" y="4164"/>
                  </a:cubicBezTo>
                  <a:cubicBezTo>
                    <a:pt x="1143" y="4379"/>
                    <a:pt x="1015" y="4584"/>
                    <a:pt x="877" y="4784"/>
                  </a:cubicBezTo>
                  <a:cubicBezTo>
                    <a:pt x="616" y="5152"/>
                    <a:pt x="544" y="6433"/>
                    <a:pt x="544" y="6433"/>
                  </a:cubicBezTo>
                  <a:lnTo>
                    <a:pt x="723" y="6402"/>
                  </a:lnTo>
                  <a:cubicBezTo>
                    <a:pt x="723" y="6402"/>
                    <a:pt x="1210" y="9065"/>
                    <a:pt x="1507" y="9296"/>
                  </a:cubicBezTo>
                  <a:cubicBezTo>
                    <a:pt x="1524" y="9309"/>
                    <a:pt x="1552" y="9316"/>
                    <a:pt x="1587" y="9316"/>
                  </a:cubicBezTo>
                  <a:cubicBezTo>
                    <a:pt x="1775" y="9316"/>
                    <a:pt x="2196" y="9133"/>
                    <a:pt x="2674" y="8891"/>
                  </a:cubicBezTo>
                  <a:lnTo>
                    <a:pt x="2797" y="19236"/>
                  </a:lnTo>
                  <a:lnTo>
                    <a:pt x="3612" y="19236"/>
                  </a:lnTo>
                  <a:lnTo>
                    <a:pt x="3007" y="19974"/>
                  </a:lnTo>
                  <a:lnTo>
                    <a:pt x="4247" y="19692"/>
                  </a:lnTo>
                  <a:lnTo>
                    <a:pt x="4359" y="19236"/>
                  </a:lnTo>
                  <a:lnTo>
                    <a:pt x="5056" y="19236"/>
                  </a:lnTo>
                  <a:lnTo>
                    <a:pt x="4933" y="18104"/>
                  </a:lnTo>
                  <a:cubicBezTo>
                    <a:pt x="4687" y="17730"/>
                    <a:pt x="4021" y="17592"/>
                    <a:pt x="3960" y="17177"/>
                  </a:cubicBezTo>
                  <a:cubicBezTo>
                    <a:pt x="3781" y="15134"/>
                    <a:pt x="4241" y="12998"/>
                    <a:pt x="4159" y="10970"/>
                  </a:cubicBezTo>
                  <a:lnTo>
                    <a:pt x="4098" y="10366"/>
                  </a:lnTo>
                  <a:lnTo>
                    <a:pt x="4134" y="10515"/>
                  </a:lnTo>
                  <a:cubicBezTo>
                    <a:pt x="4088" y="9839"/>
                    <a:pt x="3939" y="9168"/>
                    <a:pt x="3709" y="8533"/>
                  </a:cubicBezTo>
                  <a:cubicBezTo>
                    <a:pt x="3581" y="8148"/>
                    <a:pt x="2874" y="8215"/>
                    <a:pt x="2362" y="8087"/>
                  </a:cubicBezTo>
                  <a:cubicBezTo>
                    <a:pt x="1660" y="7892"/>
                    <a:pt x="1660" y="6935"/>
                    <a:pt x="1594" y="6295"/>
                  </a:cubicBezTo>
                  <a:cubicBezTo>
                    <a:pt x="1404" y="5332"/>
                    <a:pt x="2362" y="4820"/>
                    <a:pt x="2813" y="4051"/>
                  </a:cubicBezTo>
                  <a:cubicBezTo>
                    <a:pt x="2941" y="3795"/>
                    <a:pt x="2618" y="3350"/>
                    <a:pt x="2813" y="2966"/>
                  </a:cubicBezTo>
                  <a:cubicBezTo>
                    <a:pt x="3002" y="2489"/>
                    <a:pt x="3002" y="1962"/>
                    <a:pt x="2813" y="1491"/>
                  </a:cubicBezTo>
                  <a:cubicBezTo>
                    <a:pt x="2746" y="1301"/>
                    <a:pt x="2234" y="1363"/>
                    <a:pt x="2172" y="1173"/>
                  </a:cubicBezTo>
                  <a:cubicBezTo>
                    <a:pt x="2080" y="774"/>
                    <a:pt x="2142" y="354"/>
                    <a:pt x="2352" y="0"/>
                  </a:cubicBez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" name="Google Shape;568;p41"/>
          <p:cNvGrpSpPr/>
          <p:nvPr/>
        </p:nvGrpSpPr>
        <p:grpSpPr>
          <a:xfrm>
            <a:off x="6440775" y="2114956"/>
            <a:ext cx="1001184" cy="2492594"/>
            <a:chOff x="6440775" y="2114956"/>
            <a:chExt cx="1001184" cy="2492594"/>
          </a:xfrm>
        </p:grpSpPr>
        <p:grpSp>
          <p:nvGrpSpPr>
            <p:cNvPr id="569" name="Google Shape;569;p41"/>
            <p:cNvGrpSpPr/>
            <p:nvPr/>
          </p:nvGrpSpPr>
          <p:grpSpPr>
            <a:xfrm>
              <a:off x="6440775" y="2114956"/>
              <a:ext cx="1001184" cy="2492594"/>
              <a:chOff x="-270450" y="2761346"/>
              <a:chExt cx="1001184" cy="2492594"/>
            </a:xfrm>
          </p:grpSpPr>
          <p:sp>
            <p:nvSpPr>
              <p:cNvPr id="570" name="Google Shape;570;p41"/>
              <p:cNvSpPr/>
              <p:nvPr/>
            </p:nvSpPr>
            <p:spPr>
              <a:xfrm>
                <a:off x="-65898" y="3949605"/>
                <a:ext cx="796632" cy="1304336"/>
              </a:xfrm>
              <a:custGeom>
                <a:avLst/>
                <a:gdLst/>
                <a:ahLst/>
                <a:cxnLst/>
                <a:rect l="l" t="t" r="r" b="b"/>
                <a:pathLst>
                  <a:path w="7279" h="11918" extrusionOk="0">
                    <a:moveTo>
                      <a:pt x="3719" y="0"/>
                    </a:moveTo>
                    <a:lnTo>
                      <a:pt x="1" y="779"/>
                    </a:lnTo>
                    <a:lnTo>
                      <a:pt x="1040" y="11918"/>
                    </a:lnTo>
                    <a:lnTo>
                      <a:pt x="2321" y="11918"/>
                    </a:lnTo>
                    <a:lnTo>
                      <a:pt x="1691" y="11513"/>
                    </a:lnTo>
                    <a:lnTo>
                      <a:pt x="2152" y="1414"/>
                    </a:lnTo>
                    <a:lnTo>
                      <a:pt x="5696" y="11513"/>
                    </a:lnTo>
                    <a:lnTo>
                      <a:pt x="7278" y="11575"/>
                    </a:lnTo>
                    <a:lnTo>
                      <a:pt x="6367" y="11134"/>
                    </a:lnTo>
                    <a:lnTo>
                      <a:pt x="37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41"/>
              <p:cNvSpPr/>
              <p:nvPr/>
            </p:nvSpPr>
            <p:spPr>
              <a:xfrm>
                <a:off x="-270450" y="3238204"/>
                <a:ext cx="905856" cy="796632"/>
              </a:xfrm>
              <a:custGeom>
                <a:avLst/>
                <a:gdLst/>
                <a:ahLst/>
                <a:cxnLst/>
                <a:rect l="l" t="t" r="r" b="b"/>
                <a:pathLst>
                  <a:path w="8277" h="7279" extrusionOk="0">
                    <a:moveTo>
                      <a:pt x="4892" y="1"/>
                    </a:moveTo>
                    <a:cubicBezTo>
                      <a:pt x="4430" y="1"/>
                      <a:pt x="3980" y="140"/>
                      <a:pt x="3980" y="140"/>
                    </a:cubicBezTo>
                    <a:lnTo>
                      <a:pt x="1434" y="601"/>
                    </a:lnTo>
                    <a:cubicBezTo>
                      <a:pt x="1434" y="601"/>
                      <a:pt x="205" y="1138"/>
                      <a:pt x="103" y="1625"/>
                    </a:cubicBezTo>
                    <a:cubicBezTo>
                      <a:pt x="1" y="2111"/>
                      <a:pt x="1148" y="5998"/>
                      <a:pt x="1434" y="6352"/>
                    </a:cubicBezTo>
                    <a:cubicBezTo>
                      <a:pt x="1565" y="6515"/>
                      <a:pt x="1668" y="6559"/>
                      <a:pt x="1741" y="6559"/>
                    </a:cubicBezTo>
                    <a:cubicBezTo>
                      <a:pt x="1826" y="6559"/>
                      <a:pt x="1870" y="6500"/>
                      <a:pt x="1870" y="6500"/>
                    </a:cubicBezTo>
                    <a:lnTo>
                      <a:pt x="1870" y="7279"/>
                    </a:lnTo>
                    <a:lnTo>
                      <a:pt x="5588" y="6500"/>
                    </a:lnTo>
                    <a:lnTo>
                      <a:pt x="5588" y="3223"/>
                    </a:lnTo>
                    <a:cubicBezTo>
                      <a:pt x="5588" y="3223"/>
                      <a:pt x="6192" y="5225"/>
                      <a:pt x="6643" y="5256"/>
                    </a:cubicBezTo>
                    <a:cubicBezTo>
                      <a:pt x="6648" y="5256"/>
                      <a:pt x="6653" y="5256"/>
                      <a:pt x="6659" y="5256"/>
                    </a:cubicBezTo>
                    <a:cubicBezTo>
                      <a:pt x="7126" y="5256"/>
                      <a:pt x="8277" y="3745"/>
                      <a:pt x="8277" y="3745"/>
                    </a:cubicBezTo>
                    <a:lnTo>
                      <a:pt x="8026" y="3376"/>
                    </a:lnTo>
                    <a:lnTo>
                      <a:pt x="7001" y="3545"/>
                    </a:lnTo>
                    <a:cubicBezTo>
                      <a:pt x="7001" y="3545"/>
                      <a:pt x="5839" y="181"/>
                      <a:pt x="5286" y="42"/>
                    </a:cubicBezTo>
                    <a:cubicBezTo>
                      <a:pt x="5161" y="12"/>
                      <a:pt x="5026" y="1"/>
                      <a:pt x="48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41"/>
              <p:cNvSpPr/>
              <p:nvPr/>
            </p:nvSpPr>
            <p:spPr>
              <a:xfrm>
                <a:off x="-113506" y="2928690"/>
                <a:ext cx="301624" cy="440178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4022" extrusionOk="0">
                    <a:moveTo>
                      <a:pt x="1690" y="1"/>
                    </a:moveTo>
                    <a:cubicBezTo>
                      <a:pt x="1310" y="1"/>
                      <a:pt x="853" y="164"/>
                      <a:pt x="784" y="310"/>
                    </a:cubicBezTo>
                    <a:cubicBezTo>
                      <a:pt x="723" y="474"/>
                      <a:pt x="687" y="648"/>
                      <a:pt x="687" y="827"/>
                    </a:cubicBezTo>
                    <a:cubicBezTo>
                      <a:pt x="687" y="827"/>
                      <a:pt x="624" y="711"/>
                      <a:pt x="519" y="711"/>
                    </a:cubicBezTo>
                    <a:cubicBezTo>
                      <a:pt x="494" y="711"/>
                      <a:pt x="466" y="718"/>
                      <a:pt x="436" y="735"/>
                    </a:cubicBezTo>
                    <a:cubicBezTo>
                      <a:pt x="282" y="827"/>
                      <a:pt x="272" y="1232"/>
                      <a:pt x="436" y="1278"/>
                    </a:cubicBezTo>
                    <a:cubicBezTo>
                      <a:pt x="490" y="1293"/>
                      <a:pt x="533" y="1298"/>
                      <a:pt x="564" y="1298"/>
                    </a:cubicBezTo>
                    <a:cubicBezTo>
                      <a:pt x="628" y="1298"/>
                      <a:pt x="651" y="1278"/>
                      <a:pt x="651" y="1278"/>
                    </a:cubicBezTo>
                    <a:lnTo>
                      <a:pt x="687" y="3147"/>
                    </a:lnTo>
                    <a:lnTo>
                      <a:pt x="0" y="3429"/>
                    </a:lnTo>
                    <a:cubicBezTo>
                      <a:pt x="0" y="3429"/>
                      <a:pt x="500" y="4021"/>
                      <a:pt x="1160" y="4021"/>
                    </a:cubicBezTo>
                    <a:cubicBezTo>
                      <a:pt x="1226" y="4021"/>
                      <a:pt x="1294" y="4015"/>
                      <a:pt x="1363" y="4002"/>
                    </a:cubicBezTo>
                    <a:cubicBezTo>
                      <a:pt x="2121" y="3859"/>
                      <a:pt x="2756" y="2911"/>
                      <a:pt x="2756" y="2911"/>
                    </a:cubicBezTo>
                    <a:lnTo>
                      <a:pt x="2756" y="2911"/>
                    </a:lnTo>
                    <a:lnTo>
                      <a:pt x="1875" y="3070"/>
                    </a:lnTo>
                    <a:lnTo>
                      <a:pt x="1578" y="1826"/>
                    </a:lnTo>
                    <a:cubicBezTo>
                      <a:pt x="1578" y="1826"/>
                      <a:pt x="2203" y="1795"/>
                      <a:pt x="2244" y="1713"/>
                    </a:cubicBezTo>
                    <a:cubicBezTo>
                      <a:pt x="2290" y="1631"/>
                      <a:pt x="2418" y="325"/>
                      <a:pt x="2085" y="95"/>
                    </a:cubicBezTo>
                    <a:cubicBezTo>
                      <a:pt x="1987" y="28"/>
                      <a:pt x="1845" y="1"/>
                      <a:pt x="1690" y="1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41"/>
              <p:cNvSpPr/>
              <p:nvPr/>
            </p:nvSpPr>
            <p:spPr>
              <a:xfrm>
                <a:off x="47925" y="2982756"/>
                <a:ext cx="28674" cy="77376"/>
              </a:xfrm>
              <a:custGeom>
                <a:avLst/>
                <a:gdLst/>
                <a:ahLst/>
                <a:cxnLst/>
                <a:rect l="l" t="t" r="r" b="b"/>
                <a:pathLst>
                  <a:path w="262" h="707" extrusionOk="0">
                    <a:moveTo>
                      <a:pt x="0" y="0"/>
                    </a:moveTo>
                    <a:lnTo>
                      <a:pt x="0" y="707"/>
                    </a:lnTo>
                    <a:lnTo>
                      <a:pt x="262" y="7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41"/>
              <p:cNvSpPr/>
              <p:nvPr/>
            </p:nvSpPr>
            <p:spPr>
              <a:xfrm>
                <a:off x="-1982" y="3128429"/>
                <a:ext cx="78580" cy="63477"/>
              </a:xfrm>
              <a:custGeom>
                <a:avLst/>
                <a:gdLst/>
                <a:ahLst/>
                <a:cxnLst/>
                <a:rect l="l" t="t" r="r" b="b"/>
                <a:pathLst>
                  <a:path w="718" h="580" extrusionOk="0">
                    <a:moveTo>
                      <a:pt x="1" y="1"/>
                    </a:moveTo>
                    <a:lnTo>
                      <a:pt x="718" y="579"/>
                    </a:lnTo>
                    <a:lnTo>
                      <a:pt x="590" y="1"/>
                    </a:lnTo>
                    <a:close/>
                  </a:path>
                </a:pathLst>
              </a:custGeom>
              <a:solidFill>
                <a:srgbClr val="000000">
                  <a:alpha val="49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41"/>
              <p:cNvSpPr/>
              <p:nvPr/>
            </p:nvSpPr>
            <p:spPr>
              <a:xfrm>
                <a:off x="-55172" y="2865649"/>
                <a:ext cx="226546" cy="162960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1489" extrusionOk="0">
                    <a:moveTo>
                      <a:pt x="1399" y="0"/>
                    </a:moveTo>
                    <a:cubicBezTo>
                      <a:pt x="1134" y="0"/>
                      <a:pt x="815" y="74"/>
                      <a:pt x="543" y="246"/>
                    </a:cubicBezTo>
                    <a:cubicBezTo>
                      <a:pt x="10" y="584"/>
                      <a:pt x="0" y="814"/>
                      <a:pt x="46" y="1070"/>
                    </a:cubicBezTo>
                    <a:cubicBezTo>
                      <a:pt x="92" y="1326"/>
                      <a:pt x="118" y="1382"/>
                      <a:pt x="154" y="1403"/>
                    </a:cubicBezTo>
                    <a:cubicBezTo>
                      <a:pt x="154" y="1403"/>
                      <a:pt x="174" y="1489"/>
                      <a:pt x="238" y="1489"/>
                    </a:cubicBezTo>
                    <a:cubicBezTo>
                      <a:pt x="252" y="1489"/>
                      <a:pt x="268" y="1485"/>
                      <a:pt x="287" y="1475"/>
                    </a:cubicBezTo>
                    <a:cubicBezTo>
                      <a:pt x="394" y="1423"/>
                      <a:pt x="343" y="1019"/>
                      <a:pt x="389" y="922"/>
                    </a:cubicBezTo>
                    <a:cubicBezTo>
                      <a:pt x="396" y="907"/>
                      <a:pt x="427" y="901"/>
                      <a:pt x="475" y="901"/>
                    </a:cubicBezTo>
                    <a:cubicBezTo>
                      <a:pt x="702" y="901"/>
                      <a:pt x="1313" y="1038"/>
                      <a:pt x="1606" y="1038"/>
                    </a:cubicBezTo>
                    <a:cubicBezTo>
                      <a:pt x="1657" y="1038"/>
                      <a:pt x="1698" y="1034"/>
                      <a:pt x="1726" y="1024"/>
                    </a:cubicBezTo>
                    <a:cubicBezTo>
                      <a:pt x="1946" y="947"/>
                      <a:pt x="1813" y="599"/>
                      <a:pt x="1577" y="578"/>
                    </a:cubicBezTo>
                    <a:lnTo>
                      <a:pt x="1342" y="563"/>
                    </a:lnTo>
                    <a:cubicBezTo>
                      <a:pt x="1342" y="563"/>
                      <a:pt x="2069" y="399"/>
                      <a:pt x="1921" y="174"/>
                    </a:cubicBezTo>
                    <a:cubicBezTo>
                      <a:pt x="1849" y="65"/>
                      <a:pt x="1647" y="0"/>
                      <a:pt x="13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41"/>
              <p:cNvSpPr/>
              <p:nvPr/>
            </p:nvSpPr>
            <p:spPr>
              <a:xfrm>
                <a:off x="12027" y="3049409"/>
                <a:ext cx="72451" cy="4158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80" extrusionOk="0">
                    <a:moveTo>
                      <a:pt x="11" y="0"/>
                    </a:moveTo>
                    <a:cubicBezTo>
                      <a:pt x="1" y="52"/>
                      <a:pt x="72" y="257"/>
                      <a:pt x="303" y="349"/>
                    </a:cubicBezTo>
                    <a:cubicBezTo>
                      <a:pt x="359" y="371"/>
                      <a:pt x="409" y="380"/>
                      <a:pt x="452" y="380"/>
                    </a:cubicBezTo>
                    <a:cubicBezTo>
                      <a:pt x="588" y="380"/>
                      <a:pt x="661" y="298"/>
                      <a:pt x="661" y="298"/>
                    </a:cubicBezTo>
                    <a:lnTo>
                      <a:pt x="661" y="298"/>
                    </a:lnTo>
                    <a:cubicBezTo>
                      <a:pt x="661" y="298"/>
                      <a:pt x="620" y="323"/>
                      <a:pt x="522" y="323"/>
                    </a:cubicBezTo>
                    <a:cubicBezTo>
                      <a:pt x="472" y="323"/>
                      <a:pt x="409" y="316"/>
                      <a:pt x="328" y="298"/>
                    </a:cubicBezTo>
                    <a:cubicBezTo>
                      <a:pt x="180" y="257"/>
                      <a:pt x="62" y="144"/>
                      <a:pt x="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41"/>
              <p:cNvSpPr/>
              <p:nvPr/>
            </p:nvSpPr>
            <p:spPr>
              <a:xfrm>
                <a:off x="47925" y="3690108"/>
                <a:ext cx="90290" cy="114367"/>
              </a:xfrm>
              <a:custGeom>
                <a:avLst/>
                <a:gdLst/>
                <a:ahLst/>
                <a:cxnLst/>
                <a:rect l="l" t="t" r="r" b="b"/>
                <a:pathLst>
                  <a:path w="825" h="1045" extrusionOk="0">
                    <a:moveTo>
                      <a:pt x="426" y="0"/>
                    </a:moveTo>
                    <a:lnTo>
                      <a:pt x="0" y="287"/>
                    </a:lnTo>
                    <a:lnTo>
                      <a:pt x="333" y="1045"/>
                    </a:lnTo>
                    <a:lnTo>
                      <a:pt x="825" y="471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rgbClr val="4166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41"/>
              <p:cNvSpPr/>
              <p:nvPr/>
            </p:nvSpPr>
            <p:spPr>
              <a:xfrm>
                <a:off x="131869" y="3366037"/>
                <a:ext cx="488989" cy="619554"/>
              </a:xfrm>
              <a:custGeom>
                <a:avLst/>
                <a:gdLst/>
                <a:ahLst/>
                <a:cxnLst/>
                <a:rect l="l" t="t" r="r" b="b"/>
                <a:pathLst>
                  <a:path w="4468" h="5661" extrusionOk="0">
                    <a:moveTo>
                      <a:pt x="2490" y="0"/>
                    </a:moveTo>
                    <a:cubicBezTo>
                      <a:pt x="1295" y="0"/>
                      <a:pt x="0" y="517"/>
                      <a:pt x="130" y="2470"/>
                    </a:cubicBezTo>
                    <a:lnTo>
                      <a:pt x="923" y="2572"/>
                    </a:lnTo>
                    <a:cubicBezTo>
                      <a:pt x="923" y="2572"/>
                      <a:pt x="719" y="1435"/>
                      <a:pt x="1461" y="1138"/>
                    </a:cubicBezTo>
                    <a:cubicBezTo>
                      <a:pt x="1681" y="1051"/>
                      <a:pt x="1917" y="1002"/>
                      <a:pt x="2142" y="1002"/>
                    </a:cubicBezTo>
                    <a:cubicBezTo>
                      <a:pt x="2682" y="1002"/>
                      <a:pt x="3155" y="1281"/>
                      <a:pt x="3177" y="1968"/>
                    </a:cubicBezTo>
                    <a:cubicBezTo>
                      <a:pt x="3208" y="2946"/>
                      <a:pt x="2475" y="3494"/>
                      <a:pt x="2127" y="3678"/>
                    </a:cubicBezTo>
                    <a:cubicBezTo>
                      <a:pt x="1784" y="3857"/>
                      <a:pt x="1599" y="4160"/>
                      <a:pt x="1564" y="4733"/>
                    </a:cubicBezTo>
                    <a:cubicBezTo>
                      <a:pt x="1533" y="5307"/>
                      <a:pt x="1507" y="5660"/>
                      <a:pt x="1507" y="5660"/>
                    </a:cubicBezTo>
                    <a:lnTo>
                      <a:pt x="2393" y="5660"/>
                    </a:lnTo>
                    <a:cubicBezTo>
                      <a:pt x="2393" y="5660"/>
                      <a:pt x="2332" y="4518"/>
                      <a:pt x="2783" y="4262"/>
                    </a:cubicBezTo>
                    <a:cubicBezTo>
                      <a:pt x="3233" y="4001"/>
                      <a:pt x="3966" y="3653"/>
                      <a:pt x="4216" y="2828"/>
                    </a:cubicBezTo>
                    <a:cubicBezTo>
                      <a:pt x="4467" y="1998"/>
                      <a:pt x="4309" y="185"/>
                      <a:pt x="3013" y="32"/>
                    </a:cubicBezTo>
                    <a:cubicBezTo>
                      <a:pt x="2844" y="12"/>
                      <a:pt x="2668" y="0"/>
                      <a:pt x="24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41"/>
              <p:cNvSpPr/>
              <p:nvPr/>
            </p:nvSpPr>
            <p:spPr>
              <a:xfrm>
                <a:off x="98926" y="3622579"/>
                <a:ext cx="156503" cy="114696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048" extrusionOk="0">
                    <a:moveTo>
                      <a:pt x="989" y="0"/>
                    </a:moveTo>
                    <a:cubicBezTo>
                      <a:pt x="940" y="0"/>
                      <a:pt x="719" y="55"/>
                      <a:pt x="605" y="110"/>
                    </a:cubicBezTo>
                    <a:cubicBezTo>
                      <a:pt x="472" y="172"/>
                      <a:pt x="0" y="668"/>
                      <a:pt x="0" y="668"/>
                    </a:cubicBezTo>
                    <a:lnTo>
                      <a:pt x="323" y="1047"/>
                    </a:lnTo>
                    <a:lnTo>
                      <a:pt x="907" y="458"/>
                    </a:lnTo>
                    <a:cubicBezTo>
                      <a:pt x="907" y="458"/>
                      <a:pt x="1260" y="392"/>
                      <a:pt x="1353" y="356"/>
                    </a:cubicBezTo>
                    <a:cubicBezTo>
                      <a:pt x="1399" y="346"/>
                      <a:pt x="1429" y="295"/>
                      <a:pt x="1424" y="248"/>
                    </a:cubicBezTo>
                    <a:lnTo>
                      <a:pt x="815" y="177"/>
                    </a:lnTo>
                    <a:cubicBezTo>
                      <a:pt x="876" y="126"/>
                      <a:pt x="943" y="64"/>
                      <a:pt x="999" y="3"/>
                    </a:cubicBezTo>
                    <a:cubicBezTo>
                      <a:pt x="999" y="1"/>
                      <a:pt x="995" y="0"/>
                      <a:pt x="989" y="0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41"/>
              <p:cNvSpPr/>
              <p:nvPr/>
            </p:nvSpPr>
            <p:spPr>
              <a:xfrm>
                <a:off x="548963" y="3574532"/>
                <a:ext cx="81972" cy="68511"/>
              </a:xfrm>
              <a:custGeom>
                <a:avLst/>
                <a:gdLst/>
                <a:ahLst/>
                <a:cxnLst/>
                <a:rect l="l" t="t" r="r" b="b"/>
                <a:pathLst>
                  <a:path w="749" h="626" extrusionOk="0">
                    <a:moveTo>
                      <a:pt x="200" y="0"/>
                    </a:moveTo>
                    <a:cubicBezTo>
                      <a:pt x="119" y="0"/>
                      <a:pt x="64" y="15"/>
                      <a:pt x="42" y="37"/>
                    </a:cubicBezTo>
                    <a:cubicBezTo>
                      <a:pt x="1" y="78"/>
                      <a:pt x="313" y="349"/>
                      <a:pt x="395" y="472"/>
                    </a:cubicBezTo>
                    <a:cubicBezTo>
                      <a:pt x="459" y="565"/>
                      <a:pt x="577" y="625"/>
                      <a:pt x="674" y="625"/>
                    </a:cubicBezTo>
                    <a:cubicBezTo>
                      <a:pt x="701" y="625"/>
                      <a:pt x="726" y="621"/>
                      <a:pt x="749" y="611"/>
                    </a:cubicBezTo>
                    <a:cubicBezTo>
                      <a:pt x="749" y="611"/>
                      <a:pt x="687" y="93"/>
                      <a:pt x="462" y="37"/>
                    </a:cubicBezTo>
                    <a:cubicBezTo>
                      <a:pt x="358" y="11"/>
                      <a:pt x="269" y="0"/>
                      <a:pt x="200" y="0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41"/>
              <p:cNvSpPr/>
              <p:nvPr/>
            </p:nvSpPr>
            <p:spPr>
              <a:xfrm>
                <a:off x="-65898" y="3883499"/>
                <a:ext cx="369478" cy="151359"/>
              </a:xfrm>
              <a:custGeom>
                <a:avLst/>
                <a:gdLst/>
                <a:ahLst/>
                <a:cxnLst/>
                <a:rect l="l" t="t" r="r" b="b"/>
                <a:pathLst>
                  <a:path w="3376" h="1383" extrusionOk="0">
                    <a:moveTo>
                      <a:pt x="3371" y="0"/>
                    </a:moveTo>
                    <a:lnTo>
                      <a:pt x="1" y="773"/>
                    </a:lnTo>
                    <a:lnTo>
                      <a:pt x="1" y="1383"/>
                    </a:lnTo>
                    <a:lnTo>
                      <a:pt x="3376" y="686"/>
                    </a:lnTo>
                    <a:lnTo>
                      <a:pt x="3371" y="0"/>
                    </a:lnTo>
                    <a:close/>
                  </a:path>
                </a:pathLst>
              </a:custGeom>
              <a:solidFill>
                <a:srgbClr val="4166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41"/>
              <p:cNvSpPr/>
              <p:nvPr/>
            </p:nvSpPr>
            <p:spPr>
              <a:xfrm>
                <a:off x="303478" y="4010676"/>
                <a:ext cx="103861" cy="80878"/>
              </a:xfrm>
              <a:custGeom>
                <a:avLst/>
                <a:gdLst/>
                <a:ahLst/>
                <a:cxnLst/>
                <a:rect l="l" t="t" r="r" b="b"/>
                <a:pathLst>
                  <a:path w="949" h="739" extrusionOk="0">
                    <a:moveTo>
                      <a:pt x="103" y="1"/>
                    </a:moveTo>
                    <a:lnTo>
                      <a:pt x="1" y="738"/>
                    </a:lnTo>
                    <a:lnTo>
                      <a:pt x="841" y="738"/>
                    </a:lnTo>
                    <a:cubicBezTo>
                      <a:pt x="841" y="738"/>
                      <a:pt x="948" y="170"/>
                      <a:pt x="948" y="98"/>
                    </a:cubicBezTo>
                    <a:cubicBezTo>
                      <a:pt x="948" y="31"/>
                      <a:pt x="103" y="1"/>
                      <a:pt x="1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41"/>
              <p:cNvSpPr/>
              <p:nvPr/>
            </p:nvSpPr>
            <p:spPr>
              <a:xfrm>
                <a:off x="219972" y="2761346"/>
                <a:ext cx="414349" cy="458017"/>
              </a:xfrm>
              <a:custGeom>
                <a:avLst/>
                <a:gdLst/>
                <a:ahLst/>
                <a:cxnLst/>
                <a:rect l="l" t="t" r="r" b="b"/>
                <a:pathLst>
                  <a:path w="3786" h="4185" extrusionOk="0">
                    <a:moveTo>
                      <a:pt x="1835" y="0"/>
                    </a:moveTo>
                    <a:cubicBezTo>
                      <a:pt x="1604" y="0"/>
                      <a:pt x="1360" y="69"/>
                      <a:pt x="1112" y="231"/>
                    </a:cubicBezTo>
                    <a:cubicBezTo>
                      <a:pt x="1" y="958"/>
                      <a:pt x="190" y="2259"/>
                      <a:pt x="738" y="2822"/>
                    </a:cubicBezTo>
                    <a:lnTo>
                      <a:pt x="1414" y="2576"/>
                    </a:lnTo>
                    <a:cubicBezTo>
                      <a:pt x="1414" y="2576"/>
                      <a:pt x="682" y="1598"/>
                      <a:pt x="1245" y="1101"/>
                    </a:cubicBezTo>
                    <a:cubicBezTo>
                      <a:pt x="1376" y="987"/>
                      <a:pt x="1537" y="936"/>
                      <a:pt x="1704" y="936"/>
                    </a:cubicBezTo>
                    <a:cubicBezTo>
                      <a:pt x="2257" y="936"/>
                      <a:pt x="2879" y="1496"/>
                      <a:pt x="2695" y="2177"/>
                    </a:cubicBezTo>
                    <a:cubicBezTo>
                      <a:pt x="2454" y="3063"/>
                      <a:pt x="2075" y="3211"/>
                      <a:pt x="2198" y="3647"/>
                    </a:cubicBezTo>
                    <a:cubicBezTo>
                      <a:pt x="2316" y="4077"/>
                      <a:pt x="2454" y="4184"/>
                      <a:pt x="2454" y="4184"/>
                    </a:cubicBezTo>
                    <a:lnTo>
                      <a:pt x="3043" y="3933"/>
                    </a:lnTo>
                    <a:cubicBezTo>
                      <a:pt x="3043" y="3933"/>
                      <a:pt x="2869" y="3478"/>
                      <a:pt x="2976" y="3303"/>
                    </a:cubicBezTo>
                    <a:cubicBezTo>
                      <a:pt x="3084" y="3129"/>
                      <a:pt x="3785" y="2438"/>
                      <a:pt x="3514" y="1537"/>
                    </a:cubicBezTo>
                    <a:cubicBezTo>
                      <a:pt x="3303" y="836"/>
                      <a:pt x="2641" y="0"/>
                      <a:pt x="1835" y="0"/>
                    </a:cubicBezTo>
                    <a:close/>
                  </a:path>
                </a:pathLst>
              </a:custGeom>
              <a:solidFill>
                <a:srgbClr val="FF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41"/>
              <p:cNvSpPr/>
              <p:nvPr/>
            </p:nvSpPr>
            <p:spPr>
              <a:xfrm>
                <a:off x="509235" y="3219270"/>
                <a:ext cx="102110" cy="99812"/>
              </a:xfrm>
              <a:custGeom>
                <a:avLst/>
                <a:gdLst/>
                <a:ahLst/>
                <a:cxnLst/>
                <a:rect l="l" t="t" r="r" b="b"/>
                <a:pathLst>
                  <a:path w="933" h="912" extrusionOk="0">
                    <a:moveTo>
                      <a:pt x="605" y="0"/>
                    </a:moveTo>
                    <a:lnTo>
                      <a:pt x="0" y="256"/>
                    </a:lnTo>
                    <a:lnTo>
                      <a:pt x="308" y="912"/>
                    </a:lnTo>
                    <a:lnTo>
                      <a:pt x="932" y="681"/>
                    </a:lnTo>
                    <a:lnTo>
                      <a:pt x="605" y="0"/>
                    </a:lnTo>
                    <a:close/>
                  </a:path>
                </a:pathLst>
              </a:custGeom>
              <a:solidFill>
                <a:srgbClr val="FF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41"/>
              <p:cNvSpPr/>
              <p:nvPr/>
            </p:nvSpPr>
            <p:spPr>
              <a:xfrm>
                <a:off x="219972" y="2761346"/>
                <a:ext cx="414349" cy="458017"/>
              </a:xfrm>
              <a:custGeom>
                <a:avLst/>
                <a:gdLst/>
                <a:ahLst/>
                <a:cxnLst/>
                <a:rect l="l" t="t" r="r" b="b"/>
                <a:pathLst>
                  <a:path w="3786" h="4185" extrusionOk="0">
                    <a:moveTo>
                      <a:pt x="1836" y="0"/>
                    </a:moveTo>
                    <a:cubicBezTo>
                      <a:pt x="1604" y="0"/>
                      <a:pt x="1360" y="69"/>
                      <a:pt x="1112" y="231"/>
                    </a:cubicBezTo>
                    <a:cubicBezTo>
                      <a:pt x="1" y="953"/>
                      <a:pt x="185" y="2259"/>
                      <a:pt x="738" y="2817"/>
                    </a:cubicBezTo>
                    <a:lnTo>
                      <a:pt x="1414" y="2576"/>
                    </a:lnTo>
                    <a:cubicBezTo>
                      <a:pt x="1414" y="2576"/>
                      <a:pt x="682" y="1598"/>
                      <a:pt x="1245" y="1101"/>
                    </a:cubicBezTo>
                    <a:cubicBezTo>
                      <a:pt x="1376" y="987"/>
                      <a:pt x="1537" y="936"/>
                      <a:pt x="1704" y="936"/>
                    </a:cubicBezTo>
                    <a:cubicBezTo>
                      <a:pt x="2257" y="936"/>
                      <a:pt x="2879" y="1496"/>
                      <a:pt x="2695" y="2177"/>
                    </a:cubicBezTo>
                    <a:cubicBezTo>
                      <a:pt x="2454" y="3063"/>
                      <a:pt x="2075" y="3211"/>
                      <a:pt x="2198" y="3647"/>
                    </a:cubicBezTo>
                    <a:cubicBezTo>
                      <a:pt x="2316" y="4077"/>
                      <a:pt x="2454" y="4184"/>
                      <a:pt x="2454" y="4184"/>
                    </a:cubicBezTo>
                    <a:lnTo>
                      <a:pt x="3043" y="3933"/>
                    </a:lnTo>
                    <a:cubicBezTo>
                      <a:pt x="3043" y="3933"/>
                      <a:pt x="2869" y="3472"/>
                      <a:pt x="2976" y="3298"/>
                    </a:cubicBezTo>
                    <a:cubicBezTo>
                      <a:pt x="3084" y="3124"/>
                      <a:pt x="3785" y="2433"/>
                      <a:pt x="3514" y="1531"/>
                    </a:cubicBezTo>
                    <a:cubicBezTo>
                      <a:pt x="3303" y="835"/>
                      <a:pt x="2641" y="0"/>
                      <a:pt x="1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41"/>
              <p:cNvSpPr/>
              <p:nvPr/>
            </p:nvSpPr>
            <p:spPr>
              <a:xfrm>
                <a:off x="509235" y="3219270"/>
                <a:ext cx="102110" cy="99812"/>
              </a:xfrm>
              <a:custGeom>
                <a:avLst/>
                <a:gdLst/>
                <a:ahLst/>
                <a:cxnLst/>
                <a:rect l="l" t="t" r="r" b="b"/>
                <a:pathLst>
                  <a:path w="933" h="912" extrusionOk="0">
                    <a:moveTo>
                      <a:pt x="605" y="0"/>
                    </a:moveTo>
                    <a:lnTo>
                      <a:pt x="0" y="256"/>
                    </a:lnTo>
                    <a:lnTo>
                      <a:pt x="308" y="912"/>
                    </a:lnTo>
                    <a:lnTo>
                      <a:pt x="932" y="681"/>
                    </a:lnTo>
                    <a:lnTo>
                      <a:pt x="6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41"/>
              <p:cNvSpPr/>
              <p:nvPr/>
            </p:nvSpPr>
            <p:spPr>
              <a:xfrm>
                <a:off x="-132002" y="3644906"/>
                <a:ext cx="389287" cy="317493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2901" extrusionOk="0">
                    <a:moveTo>
                      <a:pt x="3467" y="0"/>
                    </a:moveTo>
                    <a:cubicBezTo>
                      <a:pt x="3321" y="0"/>
                      <a:pt x="2997" y="79"/>
                      <a:pt x="2822" y="162"/>
                    </a:cubicBezTo>
                    <a:cubicBezTo>
                      <a:pt x="2577" y="280"/>
                      <a:pt x="1337" y="2032"/>
                      <a:pt x="866" y="2288"/>
                    </a:cubicBezTo>
                    <a:cubicBezTo>
                      <a:pt x="730" y="2364"/>
                      <a:pt x="580" y="2403"/>
                      <a:pt x="431" y="2403"/>
                    </a:cubicBezTo>
                    <a:cubicBezTo>
                      <a:pt x="282" y="2403"/>
                      <a:pt x="134" y="2364"/>
                      <a:pt x="0" y="2288"/>
                    </a:cubicBezTo>
                    <a:lnTo>
                      <a:pt x="0" y="2288"/>
                    </a:lnTo>
                    <a:cubicBezTo>
                      <a:pt x="166" y="2749"/>
                      <a:pt x="448" y="2900"/>
                      <a:pt x="740" y="2900"/>
                    </a:cubicBezTo>
                    <a:cubicBezTo>
                      <a:pt x="818" y="2900"/>
                      <a:pt x="896" y="2890"/>
                      <a:pt x="974" y="2871"/>
                    </a:cubicBezTo>
                    <a:cubicBezTo>
                      <a:pt x="1342" y="2784"/>
                      <a:pt x="2751" y="654"/>
                      <a:pt x="2925" y="413"/>
                    </a:cubicBezTo>
                    <a:cubicBezTo>
                      <a:pt x="3094" y="178"/>
                      <a:pt x="3457" y="152"/>
                      <a:pt x="3534" y="44"/>
                    </a:cubicBezTo>
                    <a:cubicBezTo>
                      <a:pt x="3556" y="13"/>
                      <a:pt x="3527" y="0"/>
                      <a:pt x="3467" y="0"/>
                    </a:cubicBez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41"/>
              <p:cNvSpPr/>
              <p:nvPr/>
            </p:nvSpPr>
            <p:spPr>
              <a:xfrm>
                <a:off x="219425" y="3459833"/>
                <a:ext cx="268572" cy="287505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2627" extrusionOk="0">
                    <a:moveTo>
                      <a:pt x="1647" y="1"/>
                    </a:moveTo>
                    <a:cubicBezTo>
                      <a:pt x="1592" y="1"/>
                      <a:pt x="1533" y="4"/>
                      <a:pt x="1470" y="10"/>
                    </a:cubicBezTo>
                    <a:cubicBezTo>
                      <a:pt x="492" y="97"/>
                      <a:pt x="129" y="460"/>
                      <a:pt x="62" y="1049"/>
                    </a:cubicBezTo>
                    <a:cubicBezTo>
                      <a:pt x="1" y="1638"/>
                      <a:pt x="62" y="1715"/>
                      <a:pt x="62" y="1715"/>
                    </a:cubicBezTo>
                    <a:lnTo>
                      <a:pt x="323" y="1735"/>
                    </a:lnTo>
                    <a:cubicBezTo>
                      <a:pt x="323" y="1735"/>
                      <a:pt x="246" y="926"/>
                      <a:pt x="451" y="655"/>
                    </a:cubicBezTo>
                    <a:cubicBezTo>
                      <a:pt x="586" y="476"/>
                      <a:pt x="1065" y="375"/>
                      <a:pt x="1442" y="375"/>
                    </a:cubicBezTo>
                    <a:cubicBezTo>
                      <a:pt x="1638" y="375"/>
                      <a:pt x="1806" y="402"/>
                      <a:pt x="1885" y="460"/>
                    </a:cubicBezTo>
                    <a:cubicBezTo>
                      <a:pt x="2121" y="634"/>
                      <a:pt x="2310" y="921"/>
                      <a:pt x="2208" y="1362"/>
                    </a:cubicBezTo>
                    <a:lnTo>
                      <a:pt x="1563" y="2417"/>
                    </a:lnTo>
                    <a:lnTo>
                      <a:pt x="1660" y="2627"/>
                    </a:lnTo>
                    <a:cubicBezTo>
                      <a:pt x="1660" y="2627"/>
                      <a:pt x="2428" y="2417"/>
                      <a:pt x="2443" y="1490"/>
                    </a:cubicBezTo>
                    <a:cubicBezTo>
                      <a:pt x="2453" y="622"/>
                      <a:pt x="2454" y="1"/>
                      <a:pt x="1647" y="1"/>
                    </a:cubicBez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41"/>
              <p:cNvSpPr/>
              <p:nvPr/>
            </p:nvSpPr>
            <p:spPr>
              <a:xfrm>
                <a:off x="-125326" y="3246193"/>
                <a:ext cx="319682" cy="134724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231" extrusionOk="0">
                    <a:moveTo>
                      <a:pt x="2920" y="0"/>
                    </a:moveTo>
                    <a:lnTo>
                      <a:pt x="2766" y="31"/>
                    </a:lnTo>
                    <a:cubicBezTo>
                      <a:pt x="2766" y="31"/>
                      <a:pt x="2116" y="876"/>
                      <a:pt x="1486" y="1009"/>
                    </a:cubicBezTo>
                    <a:cubicBezTo>
                      <a:pt x="1427" y="1021"/>
                      <a:pt x="1368" y="1027"/>
                      <a:pt x="1309" y="1027"/>
                    </a:cubicBezTo>
                    <a:cubicBezTo>
                      <a:pt x="735" y="1027"/>
                      <a:pt x="196" y="492"/>
                      <a:pt x="196" y="492"/>
                    </a:cubicBezTo>
                    <a:lnTo>
                      <a:pt x="1" y="579"/>
                    </a:lnTo>
                    <a:cubicBezTo>
                      <a:pt x="1" y="579"/>
                      <a:pt x="779" y="1231"/>
                      <a:pt x="1501" y="1231"/>
                    </a:cubicBezTo>
                    <a:cubicBezTo>
                      <a:pt x="1520" y="1231"/>
                      <a:pt x="1539" y="1230"/>
                      <a:pt x="1558" y="1229"/>
                    </a:cubicBezTo>
                    <a:cubicBezTo>
                      <a:pt x="2295" y="1193"/>
                      <a:pt x="2920" y="0"/>
                      <a:pt x="2920" y="0"/>
                    </a:cubicBezTo>
                    <a:close/>
                  </a:path>
                </a:pathLst>
              </a:custGeom>
              <a:solidFill>
                <a:srgbClr val="4166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0" name="Google Shape;590;p41"/>
            <p:cNvSpPr/>
            <p:nvPr/>
          </p:nvSpPr>
          <p:spPr>
            <a:xfrm>
              <a:off x="6440775" y="2225388"/>
              <a:ext cx="444555" cy="2382125"/>
            </a:xfrm>
            <a:custGeom>
              <a:avLst/>
              <a:gdLst/>
              <a:ahLst/>
              <a:cxnLst/>
              <a:rect l="l" t="t" r="r" b="b"/>
              <a:pathLst>
                <a:path w="4062" h="21766" extrusionOk="0">
                  <a:moveTo>
                    <a:pt x="2961" y="0"/>
                  </a:moveTo>
                  <a:cubicBezTo>
                    <a:pt x="2802" y="41"/>
                    <a:pt x="2648" y="102"/>
                    <a:pt x="2505" y="190"/>
                  </a:cubicBezTo>
                  <a:cubicBezTo>
                    <a:pt x="1977" y="522"/>
                    <a:pt x="1967" y="753"/>
                    <a:pt x="2013" y="1009"/>
                  </a:cubicBezTo>
                  <a:cubicBezTo>
                    <a:pt x="2023" y="1106"/>
                    <a:pt x="2044" y="1198"/>
                    <a:pt x="2075" y="1285"/>
                  </a:cubicBezTo>
                  <a:cubicBezTo>
                    <a:pt x="2044" y="1249"/>
                    <a:pt x="2000" y="1230"/>
                    <a:pt x="1956" y="1230"/>
                  </a:cubicBezTo>
                  <a:cubicBezTo>
                    <a:pt x="1926" y="1230"/>
                    <a:pt x="1896" y="1238"/>
                    <a:pt x="1870" y="1255"/>
                  </a:cubicBezTo>
                  <a:cubicBezTo>
                    <a:pt x="1711" y="1342"/>
                    <a:pt x="1706" y="1752"/>
                    <a:pt x="1870" y="1798"/>
                  </a:cubicBezTo>
                  <a:cubicBezTo>
                    <a:pt x="1924" y="1811"/>
                    <a:pt x="1967" y="1816"/>
                    <a:pt x="1998" y="1816"/>
                  </a:cubicBezTo>
                  <a:cubicBezTo>
                    <a:pt x="2062" y="1816"/>
                    <a:pt x="2085" y="1798"/>
                    <a:pt x="2085" y="1798"/>
                  </a:cubicBezTo>
                  <a:lnTo>
                    <a:pt x="2121" y="3667"/>
                  </a:lnTo>
                  <a:lnTo>
                    <a:pt x="1429" y="3949"/>
                  </a:lnTo>
                  <a:cubicBezTo>
                    <a:pt x="1429" y="3949"/>
                    <a:pt x="205" y="4481"/>
                    <a:pt x="103" y="4973"/>
                  </a:cubicBezTo>
                  <a:cubicBezTo>
                    <a:pt x="1" y="5459"/>
                    <a:pt x="1148" y="9346"/>
                    <a:pt x="1429" y="9695"/>
                  </a:cubicBezTo>
                  <a:cubicBezTo>
                    <a:pt x="1564" y="9861"/>
                    <a:pt x="1669" y="9905"/>
                    <a:pt x="1743" y="9905"/>
                  </a:cubicBezTo>
                  <a:cubicBezTo>
                    <a:pt x="1827" y="9905"/>
                    <a:pt x="1870" y="9848"/>
                    <a:pt x="1870" y="9848"/>
                  </a:cubicBezTo>
                  <a:lnTo>
                    <a:pt x="1870" y="10627"/>
                  </a:lnTo>
                  <a:lnTo>
                    <a:pt x="2909" y="21766"/>
                  </a:lnTo>
                  <a:lnTo>
                    <a:pt x="3995" y="21766"/>
                  </a:lnTo>
                  <a:cubicBezTo>
                    <a:pt x="3836" y="21663"/>
                    <a:pt x="3698" y="21535"/>
                    <a:pt x="3585" y="21376"/>
                  </a:cubicBezTo>
                  <a:lnTo>
                    <a:pt x="3560" y="21361"/>
                  </a:lnTo>
                  <a:lnTo>
                    <a:pt x="3560" y="21335"/>
                  </a:lnTo>
                  <a:cubicBezTo>
                    <a:pt x="3406" y="21095"/>
                    <a:pt x="3360" y="20808"/>
                    <a:pt x="3422" y="20531"/>
                  </a:cubicBezTo>
                  <a:cubicBezTo>
                    <a:pt x="4062" y="17904"/>
                    <a:pt x="3099" y="15410"/>
                    <a:pt x="2781" y="12849"/>
                  </a:cubicBezTo>
                  <a:cubicBezTo>
                    <a:pt x="2653" y="11887"/>
                    <a:pt x="2653" y="10929"/>
                    <a:pt x="2525" y="9905"/>
                  </a:cubicBezTo>
                  <a:cubicBezTo>
                    <a:pt x="2459" y="9393"/>
                    <a:pt x="2459" y="8880"/>
                    <a:pt x="2203" y="8430"/>
                  </a:cubicBezTo>
                  <a:cubicBezTo>
                    <a:pt x="1947" y="7790"/>
                    <a:pt x="2459" y="7277"/>
                    <a:pt x="2587" y="6637"/>
                  </a:cubicBezTo>
                  <a:cubicBezTo>
                    <a:pt x="3048" y="4512"/>
                    <a:pt x="1603" y="1670"/>
                    <a:pt x="2961" y="0"/>
                  </a:cubicBez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1" name="Google Shape;591;p41"/>
          <p:cNvGrpSpPr/>
          <p:nvPr/>
        </p:nvGrpSpPr>
        <p:grpSpPr>
          <a:xfrm>
            <a:off x="7494604" y="2183711"/>
            <a:ext cx="929393" cy="2427188"/>
            <a:chOff x="7494604" y="2183711"/>
            <a:chExt cx="929393" cy="2427188"/>
          </a:xfrm>
        </p:grpSpPr>
        <p:grpSp>
          <p:nvGrpSpPr>
            <p:cNvPr id="592" name="Google Shape;592;p41"/>
            <p:cNvGrpSpPr/>
            <p:nvPr/>
          </p:nvGrpSpPr>
          <p:grpSpPr>
            <a:xfrm>
              <a:off x="7494604" y="2187045"/>
              <a:ext cx="929393" cy="2423854"/>
              <a:chOff x="8942404" y="2224916"/>
              <a:chExt cx="929393" cy="2423854"/>
            </a:xfrm>
          </p:grpSpPr>
          <p:sp>
            <p:nvSpPr>
              <p:cNvPr id="593" name="Google Shape;593;p41"/>
              <p:cNvSpPr/>
              <p:nvPr/>
            </p:nvSpPr>
            <p:spPr>
              <a:xfrm>
                <a:off x="9388610" y="2532898"/>
                <a:ext cx="143041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282" extrusionOk="0">
                    <a:moveTo>
                      <a:pt x="1194" y="1"/>
                    </a:moveTo>
                    <a:lnTo>
                      <a:pt x="840" y="170"/>
                    </a:lnTo>
                    <a:cubicBezTo>
                      <a:pt x="840" y="170"/>
                      <a:pt x="481" y="585"/>
                      <a:pt x="240" y="585"/>
                    </a:cubicBezTo>
                    <a:cubicBezTo>
                      <a:pt x="239" y="585"/>
                      <a:pt x="237" y="585"/>
                      <a:pt x="236" y="585"/>
                    </a:cubicBezTo>
                    <a:lnTo>
                      <a:pt x="0" y="579"/>
                    </a:lnTo>
                    <a:lnTo>
                      <a:pt x="0" y="579"/>
                    </a:lnTo>
                    <a:cubicBezTo>
                      <a:pt x="0" y="579"/>
                      <a:pt x="272" y="984"/>
                      <a:pt x="477" y="1071"/>
                    </a:cubicBezTo>
                    <a:lnTo>
                      <a:pt x="681" y="1153"/>
                    </a:lnTo>
                    <a:lnTo>
                      <a:pt x="722" y="882"/>
                    </a:lnTo>
                    <a:lnTo>
                      <a:pt x="815" y="1199"/>
                    </a:lnTo>
                    <a:lnTo>
                      <a:pt x="1173" y="1281"/>
                    </a:lnTo>
                    <a:lnTo>
                      <a:pt x="1306" y="282"/>
                    </a:lnTo>
                    <a:lnTo>
                      <a:pt x="119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41"/>
              <p:cNvSpPr/>
              <p:nvPr/>
            </p:nvSpPr>
            <p:spPr>
              <a:xfrm>
                <a:off x="9453073" y="2487259"/>
                <a:ext cx="254235" cy="38315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3501" extrusionOk="0">
                    <a:moveTo>
                      <a:pt x="1282" y="0"/>
                    </a:moveTo>
                    <a:cubicBezTo>
                      <a:pt x="1091" y="0"/>
                      <a:pt x="891" y="46"/>
                      <a:pt x="722" y="182"/>
                    </a:cubicBezTo>
                    <a:cubicBezTo>
                      <a:pt x="215" y="592"/>
                      <a:pt x="231" y="1319"/>
                      <a:pt x="681" y="1631"/>
                    </a:cubicBezTo>
                    <a:lnTo>
                      <a:pt x="876" y="1744"/>
                    </a:lnTo>
                    <a:lnTo>
                      <a:pt x="502" y="2256"/>
                    </a:lnTo>
                    <a:lnTo>
                      <a:pt x="0" y="2118"/>
                    </a:lnTo>
                    <a:lnTo>
                      <a:pt x="287" y="3501"/>
                    </a:lnTo>
                    <a:lnTo>
                      <a:pt x="1803" y="3142"/>
                    </a:lnTo>
                    <a:lnTo>
                      <a:pt x="1009" y="2502"/>
                    </a:lnTo>
                    <a:lnTo>
                      <a:pt x="1542" y="1857"/>
                    </a:lnTo>
                    <a:cubicBezTo>
                      <a:pt x="1542" y="1857"/>
                      <a:pt x="1905" y="1719"/>
                      <a:pt x="2069" y="1437"/>
                    </a:cubicBezTo>
                    <a:cubicBezTo>
                      <a:pt x="2069" y="1437"/>
                      <a:pt x="2074" y="1437"/>
                      <a:pt x="2083" y="1437"/>
                    </a:cubicBezTo>
                    <a:cubicBezTo>
                      <a:pt x="2134" y="1437"/>
                      <a:pt x="2311" y="1419"/>
                      <a:pt x="2315" y="1160"/>
                    </a:cubicBezTo>
                    <a:cubicBezTo>
                      <a:pt x="2323" y="936"/>
                      <a:pt x="2265" y="841"/>
                      <a:pt x="2170" y="841"/>
                    </a:cubicBezTo>
                    <a:cubicBezTo>
                      <a:pt x="2137" y="841"/>
                      <a:pt x="2100" y="852"/>
                      <a:pt x="2059" y="873"/>
                    </a:cubicBezTo>
                    <a:cubicBezTo>
                      <a:pt x="1907" y="952"/>
                      <a:pt x="1784" y="1053"/>
                      <a:pt x="1755" y="1053"/>
                    </a:cubicBezTo>
                    <a:cubicBezTo>
                      <a:pt x="1754" y="1053"/>
                      <a:pt x="1753" y="1053"/>
                      <a:pt x="1752" y="1053"/>
                    </a:cubicBezTo>
                    <a:cubicBezTo>
                      <a:pt x="1726" y="1048"/>
                      <a:pt x="1470" y="653"/>
                      <a:pt x="1562" y="407"/>
                    </a:cubicBezTo>
                    <a:cubicBezTo>
                      <a:pt x="1641" y="197"/>
                      <a:pt x="1916" y="182"/>
                      <a:pt x="1993" y="182"/>
                    </a:cubicBezTo>
                    <a:cubicBezTo>
                      <a:pt x="2006" y="182"/>
                      <a:pt x="2013" y="182"/>
                      <a:pt x="2013" y="182"/>
                    </a:cubicBezTo>
                    <a:cubicBezTo>
                      <a:pt x="2013" y="182"/>
                      <a:pt x="1665" y="0"/>
                      <a:pt x="1282" y="0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41"/>
              <p:cNvSpPr/>
              <p:nvPr/>
            </p:nvSpPr>
            <p:spPr>
              <a:xfrm>
                <a:off x="9521476" y="2556976"/>
                <a:ext cx="40931" cy="39947"/>
              </a:xfrm>
              <a:custGeom>
                <a:avLst/>
                <a:gdLst/>
                <a:ahLst/>
                <a:cxnLst/>
                <a:rect l="l" t="t" r="r" b="b"/>
                <a:pathLst>
                  <a:path w="374" h="365" extrusionOk="0">
                    <a:moveTo>
                      <a:pt x="374" y="1"/>
                    </a:moveTo>
                    <a:lnTo>
                      <a:pt x="0" y="247"/>
                    </a:lnTo>
                    <a:lnTo>
                      <a:pt x="241" y="365"/>
                    </a:lnTo>
                    <a:lnTo>
                      <a:pt x="37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41"/>
              <p:cNvSpPr/>
              <p:nvPr/>
            </p:nvSpPr>
            <p:spPr>
              <a:xfrm>
                <a:off x="9521476" y="2678133"/>
                <a:ext cx="79127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723" h="323" extrusionOk="0">
                    <a:moveTo>
                      <a:pt x="251" y="0"/>
                    </a:moveTo>
                    <a:lnTo>
                      <a:pt x="0" y="323"/>
                    </a:lnTo>
                    <a:lnTo>
                      <a:pt x="722" y="190"/>
                    </a:lnTo>
                    <a:lnTo>
                      <a:pt x="251" y="0"/>
                    </a:ln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41"/>
              <p:cNvSpPr/>
              <p:nvPr/>
            </p:nvSpPr>
            <p:spPr>
              <a:xfrm>
                <a:off x="9554529" y="2502363"/>
                <a:ext cx="211333" cy="272840"/>
              </a:xfrm>
              <a:custGeom>
                <a:avLst/>
                <a:gdLst/>
                <a:ahLst/>
                <a:cxnLst/>
                <a:rect l="l" t="t" r="r" b="b"/>
                <a:pathLst>
                  <a:path w="1931" h="2493" extrusionOk="0">
                    <a:moveTo>
                      <a:pt x="909" y="0"/>
                    </a:moveTo>
                    <a:cubicBezTo>
                      <a:pt x="821" y="0"/>
                      <a:pt x="710" y="29"/>
                      <a:pt x="635" y="147"/>
                    </a:cubicBezTo>
                    <a:cubicBezTo>
                      <a:pt x="492" y="372"/>
                      <a:pt x="512" y="833"/>
                      <a:pt x="830" y="915"/>
                    </a:cubicBezTo>
                    <a:cubicBezTo>
                      <a:pt x="830" y="915"/>
                      <a:pt x="1128" y="764"/>
                      <a:pt x="1247" y="764"/>
                    </a:cubicBezTo>
                    <a:cubicBezTo>
                      <a:pt x="1256" y="764"/>
                      <a:pt x="1264" y="764"/>
                      <a:pt x="1270" y="766"/>
                    </a:cubicBezTo>
                    <a:cubicBezTo>
                      <a:pt x="1363" y="792"/>
                      <a:pt x="1429" y="1166"/>
                      <a:pt x="1270" y="1222"/>
                    </a:cubicBezTo>
                    <a:cubicBezTo>
                      <a:pt x="1216" y="1241"/>
                      <a:pt x="1179" y="1247"/>
                      <a:pt x="1154" y="1247"/>
                    </a:cubicBezTo>
                    <a:cubicBezTo>
                      <a:pt x="1104" y="1247"/>
                      <a:pt x="1101" y="1222"/>
                      <a:pt x="1101" y="1222"/>
                    </a:cubicBezTo>
                    <a:lnTo>
                      <a:pt x="0" y="2338"/>
                    </a:lnTo>
                    <a:cubicBezTo>
                      <a:pt x="205" y="2415"/>
                      <a:pt x="420" y="2461"/>
                      <a:pt x="646" y="2477"/>
                    </a:cubicBezTo>
                    <a:cubicBezTo>
                      <a:pt x="772" y="2489"/>
                      <a:pt x="861" y="2493"/>
                      <a:pt x="924" y="2493"/>
                    </a:cubicBezTo>
                    <a:cubicBezTo>
                      <a:pt x="1050" y="2493"/>
                      <a:pt x="1071" y="2477"/>
                      <a:pt x="1071" y="2477"/>
                    </a:cubicBezTo>
                    <a:lnTo>
                      <a:pt x="1270" y="1924"/>
                    </a:lnTo>
                    <a:lnTo>
                      <a:pt x="1188" y="2492"/>
                    </a:lnTo>
                    <a:lnTo>
                      <a:pt x="1562" y="2492"/>
                    </a:lnTo>
                    <a:cubicBezTo>
                      <a:pt x="1782" y="2159"/>
                      <a:pt x="1900" y="1770"/>
                      <a:pt x="1911" y="1371"/>
                    </a:cubicBezTo>
                    <a:cubicBezTo>
                      <a:pt x="1931" y="695"/>
                      <a:pt x="1398" y="80"/>
                      <a:pt x="1050" y="24"/>
                    </a:cubicBezTo>
                    <a:cubicBezTo>
                      <a:pt x="1050" y="24"/>
                      <a:pt x="989" y="0"/>
                      <a:pt x="9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41"/>
              <p:cNvSpPr/>
              <p:nvPr/>
            </p:nvSpPr>
            <p:spPr>
              <a:xfrm>
                <a:off x="9478246" y="2481020"/>
                <a:ext cx="191305" cy="76063"/>
              </a:xfrm>
              <a:custGeom>
                <a:avLst/>
                <a:gdLst/>
                <a:ahLst/>
                <a:cxnLst/>
                <a:rect l="l" t="t" r="r" b="b"/>
                <a:pathLst>
                  <a:path w="1748" h="695" extrusionOk="0">
                    <a:moveTo>
                      <a:pt x="1014" y="1"/>
                    </a:moveTo>
                    <a:cubicBezTo>
                      <a:pt x="910" y="1"/>
                      <a:pt x="800" y="16"/>
                      <a:pt x="692" y="55"/>
                    </a:cubicBezTo>
                    <a:cubicBezTo>
                      <a:pt x="385" y="167"/>
                      <a:pt x="134" y="398"/>
                      <a:pt x="1" y="695"/>
                    </a:cubicBezTo>
                    <a:cubicBezTo>
                      <a:pt x="1" y="695"/>
                      <a:pt x="677" y="254"/>
                      <a:pt x="1051" y="198"/>
                    </a:cubicBezTo>
                    <a:cubicBezTo>
                      <a:pt x="1149" y="183"/>
                      <a:pt x="1248" y="175"/>
                      <a:pt x="1347" y="175"/>
                    </a:cubicBezTo>
                    <a:cubicBezTo>
                      <a:pt x="1481" y="175"/>
                      <a:pt x="1615" y="189"/>
                      <a:pt x="1747" y="219"/>
                    </a:cubicBezTo>
                    <a:cubicBezTo>
                      <a:pt x="1747" y="219"/>
                      <a:pt x="1411" y="1"/>
                      <a:pt x="1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41"/>
              <p:cNvSpPr/>
              <p:nvPr/>
            </p:nvSpPr>
            <p:spPr>
              <a:xfrm>
                <a:off x="9518084" y="2607431"/>
                <a:ext cx="62273" cy="29878"/>
              </a:xfrm>
              <a:custGeom>
                <a:avLst/>
                <a:gdLst/>
                <a:ahLst/>
                <a:cxnLst/>
                <a:rect l="l" t="t" r="r" b="b"/>
                <a:pathLst>
                  <a:path w="569" h="273" extrusionOk="0">
                    <a:moveTo>
                      <a:pt x="11" y="1"/>
                    </a:moveTo>
                    <a:lnTo>
                      <a:pt x="11" y="1"/>
                    </a:lnTo>
                    <a:cubicBezTo>
                      <a:pt x="11" y="1"/>
                      <a:pt x="0" y="180"/>
                      <a:pt x="221" y="257"/>
                    </a:cubicBezTo>
                    <a:cubicBezTo>
                      <a:pt x="254" y="267"/>
                      <a:pt x="287" y="273"/>
                      <a:pt x="321" y="273"/>
                    </a:cubicBezTo>
                    <a:cubicBezTo>
                      <a:pt x="416" y="273"/>
                      <a:pt x="508" y="230"/>
                      <a:pt x="569" y="154"/>
                    </a:cubicBezTo>
                    <a:lnTo>
                      <a:pt x="569" y="154"/>
                    </a:lnTo>
                    <a:cubicBezTo>
                      <a:pt x="569" y="155"/>
                      <a:pt x="528" y="190"/>
                      <a:pt x="333" y="190"/>
                    </a:cubicBezTo>
                    <a:cubicBezTo>
                      <a:pt x="139" y="190"/>
                      <a:pt x="11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41"/>
              <p:cNvSpPr/>
              <p:nvPr/>
            </p:nvSpPr>
            <p:spPr>
              <a:xfrm>
                <a:off x="9272599" y="2678024"/>
                <a:ext cx="486034" cy="532657"/>
              </a:xfrm>
              <a:custGeom>
                <a:avLst/>
                <a:gdLst/>
                <a:ahLst/>
                <a:cxnLst/>
                <a:rect l="l" t="t" r="r" b="b"/>
                <a:pathLst>
                  <a:path w="4441" h="4867" extrusionOk="0">
                    <a:moveTo>
                      <a:pt x="749" y="0"/>
                    </a:moveTo>
                    <a:cubicBezTo>
                      <a:pt x="740" y="0"/>
                      <a:pt x="731" y="1"/>
                      <a:pt x="722" y="1"/>
                    </a:cubicBezTo>
                    <a:cubicBezTo>
                      <a:pt x="364" y="22"/>
                      <a:pt x="0" y="252"/>
                      <a:pt x="0" y="252"/>
                    </a:cubicBezTo>
                    <a:lnTo>
                      <a:pt x="226" y="1358"/>
                    </a:lnTo>
                    <a:cubicBezTo>
                      <a:pt x="226" y="1358"/>
                      <a:pt x="21" y="2224"/>
                      <a:pt x="82" y="2511"/>
                    </a:cubicBezTo>
                    <a:cubicBezTo>
                      <a:pt x="144" y="2802"/>
                      <a:pt x="2033" y="4866"/>
                      <a:pt x="2033" y="4866"/>
                    </a:cubicBezTo>
                    <a:lnTo>
                      <a:pt x="3616" y="4139"/>
                    </a:lnTo>
                    <a:lnTo>
                      <a:pt x="3201" y="3340"/>
                    </a:lnTo>
                    <a:lnTo>
                      <a:pt x="4440" y="2772"/>
                    </a:lnTo>
                    <a:cubicBezTo>
                      <a:pt x="4440" y="2772"/>
                      <a:pt x="4338" y="2265"/>
                      <a:pt x="4102" y="1937"/>
                    </a:cubicBezTo>
                    <a:cubicBezTo>
                      <a:pt x="3862" y="1604"/>
                      <a:pt x="3452" y="1404"/>
                      <a:pt x="3452" y="1404"/>
                    </a:cubicBezTo>
                    <a:lnTo>
                      <a:pt x="1936" y="1758"/>
                    </a:lnTo>
                    <a:lnTo>
                      <a:pt x="1711" y="395"/>
                    </a:lnTo>
                    <a:cubicBezTo>
                      <a:pt x="1711" y="395"/>
                      <a:pt x="1111" y="0"/>
                      <a:pt x="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41"/>
              <p:cNvSpPr/>
              <p:nvPr/>
            </p:nvSpPr>
            <p:spPr>
              <a:xfrm>
                <a:off x="9343738" y="3131022"/>
                <a:ext cx="461410" cy="1517749"/>
              </a:xfrm>
              <a:custGeom>
                <a:avLst/>
                <a:gdLst/>
                <a:ahLst/>
                <a:cxnLst/>
                <a:rect l="l" t="t" r="r" b="b"/>
                <a:pathLst>
                  <a:path w="4216" h="13868" extrusionOk="0">
                    <a:moveTo>
                      <a:pt x="2966" y="0"/>
                    </a:moveTo>
                    <a:lnTo>
                      <a:pt x="1383" y="727"/>
                    </a:lnTo>
                    <a:lnTo>
                      <a:pt x="774" y="13157"/>
                    </a:lnTo>
                    <a:lnTo>
                      <a:pt x="1076" y="13449"/>
                    </a:lnTo>
                    <a:cubicBezTo>
                      <a:pt x="1076" y="13449"/>
                      <a:pt x="1" y="13833"/>
                      <a:pt x="72" y="13858"/>
                    </a:cubicBezTo>
                    <a:cubicBezTo>
                      <a:pt x="95" y="13865"/>
                      <a:pt x="258" y="13868"/>
                      <a:pt x="466" y="13868"/>
                    </a:cubicBezTo>
                    <a:cubicBezTo>
                      <a:pt x="882" y="13868"/>
                      <a:pt x="1476" y="13858"/>
                      <a:pt x="1476" y="13858"/>
                    </a:cubicBezTo>
                    <a:cubicBezTo>
                      <a:pt x="1476" y="13858"/>
                      <a:pt x="3760" y="4507"/>
                      <a:pt x="3990" y="3237"/>
                    </a:cubicBezTo>
                    <a:cubicBezTo>
                      <a:pt x="4215" y="1967"/>
                      <a:pt x="3166" y="384"/>
                      <a:pt x="29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41"/>
              <p:cNvSpPr/>
              <p:nvPr/>
            </p:nvSpPr>
            <p:spPr>
              <a:xfrm>
                <a:off x="9311780" y="3191546"/>
                <a:ext cx="560017" cy="817317"/>
              </a:xfrm>
              <a:custGeom>
                <a:avLst/>
                <a:gdLst/>
                <a:ahLst/>
                <a:cxnLst/>
                <a:rect l="l" t="t" r="r" b="b"/>
                <a:pathLst>
                  <a:path w="5117" h="7468" extrusionOk="0">
                    <a:moveTo>
                      <a:pt x="2044" y="0"/>
                    </a:moveTo>
                    <a:lnTo>
                      <a:pt x="1675" y="174"/>
                    </a:lnTo>
                    <a:cubicBezTo>
                      <a:pt x="1675" y="174"/>
                      <a:pt x="1" y="4364"/>
                      <a:pt x="139" y="4645"/>
                    </a:cubicBezTo>
                    <a:cubicBezTo>
                      <a:pt x="272" y="4927"/>
                      <a:pt x="4251" y="6760"/>
                      <a:pt x="4313" y="6781"/>
                    </a:cubicBezTo>
                    <a:cubicBezTo>
                      <a:pt x="4369" y="6806"/>
                      <a:pt x="5117" y="7467"/>
                      <a:pt x="5117" y="7467"/>
                    </a:cubicBezTo>
                    <a:lnTo>
                      <a:pt x="4912" y="6489"/>
                    </a:lnTo>
                    <a:lnTo>
                      <a:pt x="3724" y="5168"/>
                    </a:lnTo>
                    <a:lnTo>
                      <a:pt x="20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41"/>
              <p:cNvSpPr/>
              <p:nvPr/>
            </p:nvSpPr>
            <p:spPr>
              <a:xfrm>
                <a:off x="9531983" y="2985240"/>
                <a:ext cx="330297" cy="640239"/>
              </a:xfrm>
              <a:custGeom>
                <a:avLst/>
                <a:gdLst/>
                <a:ahLst/>
                <a:cxnLst/>
                <a:rect l="l" t="t" r="r" b="b"/>
                <a:pathLst>
                  <a:path w="3018" h="5850" extrusionOk="0">
                    <a:moveTo>
                      <a:pt x="1994" y="1"/>
                    </a:moveTo>
                    <a:lnTo>
                      <a:pt x="831" y="528"/>
                    </a:lnTo>
                    <a:lnTo>
                      <a:pt x="1758" y="2269"/>
                    </a:lnTo>
                    <a:lnTo>
                      <a:pt x="611" y="4958"/>
                    </a:lnTo>
                    <a:cubicBezTo>
                      <a:pt x="611" y="4958"/>
                      <a:pt x="237" y="5009"/>
                      <a:pt x="124" y="5025"/>
                    </a:cubicBezTo>
                    <a:cubicBezTo>
                      <a:pt x="7" y="5040"/>
                      <a:pt x="437" y="5178"/>
                      <a:pt x="437" y="5178"/>
                    </a:cubicBezTo>
                    <a:cubicBezTo>
                      <a:pt x="437" y="5178"/>
                      <a:pt x="1" y="5849"/>
                      <a:pt x="155" y="5849"/>
                    </a:cubicBezTo>
                    <a:cubicBezTo>
                      <a:pt x="157" y="5849"/>
                      <a:pt x="158" y="5849"/>
                      <a:pt x="160" y="5849"/>
                    </a:cubicBezTo>
                    <a:cubicBezTo>
                      <a:pt x="329" y="5834"/>
                      <a:pt x="744" y="5378"/>
                      <a:pt x="744" y="5378"/>
                    </a:cubicBezTo>
                    <a:lnTo>
                      <a:pt x="3018" y="2817"/>
                    </a:lnTo>
                    <a:lnTo>
                      <a:pt x="1994" y="1"/>
                    </a:ln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41"/>
              <p:cNvSpPr/>
              <p:nvPr/>
            </p:nvSpPr>
            <p:spPr>
              <a:xfrm>
                <a:off x="9001504" y="2425860"/>
                <a:ext cx="292978" cy="453092"/>
              </a:xfrm>
              <a:custGeom>
                <a:avLst/>
                <a:gdLst/>
                <a:ahLst/>
                <a:cxnLst/>
                <a:rect l="l" t="t" r="r" b="b"/>
                <a:pathLst>
                  <a:path w="2677" h="4140" extrusionOk="0">
                    <a:moveTo>
                      <a:pt x="124" y="0"/>
                    </a:moveTo>
                    <a:cubicBezTo>
                      <a:pt x="0" y="0"/>
                      <a:pt x="568" y="4113"/>
                      <a:pt x="705" y="4139"/>
                    </a:cubicBezTo>
                    <a:cubicBezTo>
                      <a:pt x="708" y="4139"/>
                      <a:pt x="712" y="4140"/>
                      <a:pt x="717" y="4140"/>
                    </a:cubicBezTo>
                    <a:cubicBezTo>
                      <a:pt x="923" y="4140"/>
                      <a:pt x="2677" y="3524"/>
                      <a:pt x="2677" y="3524"/>
                    </a:cubicBezTo>
                    <a:lnTo>
                      <a:pt x="2477" y="2679"/>
                    </a:lnTo>
                    <a:lnTo>
                      <a:pt x="2477" y="2628"/>
                    </a:lnTo>
                    <a:lnTo>
                      <a:pt x="1345" y="2976"/>
                    </a:lnTo>
                    <a:lnTo>
                      <a:pt x="587" y="1025"/>
                    </a:lnTo>
                    <a:cubicBezTo>
                      <a:pt x="587" y="1025"/>
                      <a:pt x="792" y="467"/>
                      <a:pt x="762" y="385"/>
                    </a:cubicBezTo>
                    <a:cubicBezTo>
                      <a:pt x="759" y="377"/>
                      <a:pt x="754" y="374"/>
                      <a:pt x="746" y="374"/>
                    </a:cubicBezTo>
                    <a:cubicBezTo>
                      <a:pt x="675" y="374"/>
                      <a:pt x="413" y="707"/>
                      <a:pt x="413" y="707"/>
                    </a:cubicBezTo>
                    <a:cubicBezTo>
                      <a:pt x="413" y="707"/>
                      <a:pt x="260" y="52"/>
                      <a:pt x="127" y="1"/>
                    </a:cubicBezTo>
                    <a:cubicBezTo>
                      <a:pt x="126" y="0"/>
                      <a:pt x="125" y="0"/>
                      <a:pt x="124" y="0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8942404" y="2224916"/>
                <a:ext cx="487566" cy="589457"/>
              </a:xfrm>
              <a:custGeom>
                <a:avLst/>
                <a:gdLst/>
                <a:ahLst/>
                <a:cxnLst/>
                <a:rect l="l" t="t" r="r" b="b"/>
                <a:pathLst>
                  <a:path w="4455" h="5386" extrusionOk="0">
                    <a:moveTo>
                      <a:pt x="2342" y="0"/>
                    </a:moveTo>
                    <a:cubicBezTo>
                      <a:pt x="2159" y="0"/>
                      <a:pt x="1971" y="28"/>
                      <a:pt x="1783" y="90"/>
                    </a:cubicBezTo>
                    <a:cubicBezTo>
                      <a:pt x="431" y="536"/>
                      <a:pt x="1" y="1857"/>
                      <a:pt x="103" y="2364"/>
                    </a:cubicBezTo>
                    <a:lnTo>
                      <a:pt x="1286" y="2554"/>
                    </a:lnTo>
                    <a:cubicBezTo>
                      <a:pt x="1286" y="2554"/>
                      <a:pt x="964" y="1770"/>
                      <a:pt x="1399" y="1191"/>
                    </a:cubicBezTo>
                    <a:cubicBezTo>
                      <a:pt x="1582" y="943"/>
                      <a:pt x="1913" y="806"/>
                      <a:pt x="2239" y="806"/>
                    </a:cubicBezTo>
                    <a:cubicBezTo>
                      <a:pt x="2679" y="806"/>
                      <a:pt x="3109" y="1056"/>
                      <a:pt x="3150" y="1621"/>
                    </a:cubicBezTo>
                    <a:cubicBezTo>
                      <a:pt x="3227" y="2605"/>
                      <a:pt x="2695" y="3091"/>
                      <a:pt x="2418" y="3122"/>
                    </a:cubicBezTo>
                    <a:lnTo>
                      <a:pt x="2141" y="3153"/>
                    </a:lnTo>
                    <a:lnTo>
                      <a:pt x="2853" y="5386"/>
                    </a:lnTo>
                    <a:lnTo>
                      <a:pt x="3668" y="4827"/>
                    </a:lnTo>
                    <a:lnTo>
                      <a:pt x="3212" y="3434"/>
                    </a:lnTo>
                    <a:cubicBezTo>
                      <a:pt x="3212" y="3434"/>
                      <a:pt x="4149" y="3286"/>
                      <a:pt x="4313" y="2113"/>
                    </a:cubicBezTo>
                    <a:cubicBezTo>
                      <a:pt x="4454" y="1098"/>
                      <a:pt x="3482" y="0"/>
                      <a:pt x="23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41"/>
              <p:cNvSpPr/>
              <p:nvPr/>
            </p:nvSpPr>
            <p:spPr>
              <a:xfrm>
                <a:off x="9275882" y="2783421"/>
                <a:ext cx="109443" cy="14534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1328" extrusionOk="0">
                    <a:moveTo>
                      <a:pt x="718" y="1"/>
                    </a:moveTo>
                    <a:lnTo>
                      <a:pt x="1" y="534"/>
                    </a:lnTo>
                    <a:lnTo>
                      <a:pt x="359" y="1327"/>
                    </a:lnTo>
                    <a:lnTo>
                      <a:pt x="1000" y="1010"/>
                    </a:lnTo>
                    <a:lnTo>
                      <a:pt x="71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41"/>
              <p:cNvSpPr/>
              <p:nvPr/>
            </p:nvSpPr>
            <p:spPr>
              <a:xfrm>
                <a:off x="9474306" y="2483866"/>
                <a:ext cx="160443" cy="182003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663" extrusionOk="0">
                    <a:moveTo>
                      <a:pt x="1195" y="1"/>
                    </a:moveTo>
                    <a:cubicBezTo>
                      <a:pt x="918" y="1"/>
                      <a:pt x="771" y="116"/>
                      <a:pt x="431" y="300"/>
                    </a:cubicBezTo>
                    <a:cubicBezTo>
                      <a:pt x="1" y="536"/>
                      <a:pt x="16" y="894"/>
                      <a:pt x="93" y="1212"/>
                    </a:cubicBezTo>
                    <a:cubicBezTo>
                      <a:pt x="170" y="1529"/>
                      <a:pt x="487" y="1662"/>
                      <a:pt x="487" y="1662"/>
                    </a:cubicBezTo>
                    <a:cubicBezTo>
                      <a:pt x="344" y="1365"/>
                      <a:pt x="308" y="1027"/>
                      <a:pt x="380" y="710"/>
                    </a:cubicBezTo>
                    <a:cubicBezTo>
                      <a:pt x="498" y="188"/>
                      <a:pt x="1466" y="29"/>
                      <a:pt x="1466" y="29"/>
                    </a:cubicBezTo>
                    <a:cubicBezTo>
                      <a:pt x="1360" y="10"/>
                      <a:pt x="1273" y="1"/>
                      <a:pt x="1195" y="1"/>
                    </a:cubicBez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9453073" y="2718957"/>
                <a:ext cx="216477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533" extrusionOk="0">
                    <a:moveTo>
                      <a:pt x="0" y="1"/>
                    </a:moveTo>
                    <a:lnTo>
                      <a:pt x="174" y="1532"/>
                    </a:lnTo>
                    <a:lnTo>
                      <a:pt x="1977" y="1128"/>
                    </a:lnTo>
                    <a:lnTo>
                      <a:pt x="1803" y="1025"/>
                    </a:lnTo>
                    <a:lnTo>
                      <a:pt x="374" y="1307"/>
                    </a:lnTo>
                    <a:lnTo>
                      <a:pt x="174" y="5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41"/>
              <p:cNvSpPr/>
              <p:nvPr/>
            </p:nvSpPr>
            <p:spPr>
              <a:xfrm>
                <a:off x="9520820" y="2980752"/>
                <a:ext cx="245042" cy="635204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5804" extrusionOk="0">
                    <a:moveTo>
                      <a:pt x="2172" y="1"/>
                    </a:moveTo>
                    <a:lnTo>
                      <a:pt x="2090" y="47"/>
                    </a:lnTo>
                    <a:lnTo>
                      <a:pt x="933" y="574"/>
                    </a:lnTo>
                    <a:lnTo>
                      <a:pt x="1860" y="2321"/>
                    </a:lnTo>
                    <a:lnTo>
                      <a:pt x="713" y="5009"/>
                    </a:lnTo>
                    <a:lnTo>
                      <a:pt x="226" y="5071"/>
                    </a:lnTo>
                    <a:cubicBezTo>
                      <a:pt x="1" y="5101"/>
                      <a:pt x="539" y="5224"/>
                      <a:pt x="539" y="5224"/>
                    </a:cubicBezTo>
                    <a:lnTo>
                      <a:pt x="237" y="5803"/>
                    </a:lnTo>
                    <a:cubicBezTo>
                      <a:pt x="237" y="5803"/>
                      <a:pt x="708" y="5378"/>
                      <a:pt x="826" y="5224"/>
                    </a:cubicBezTo>
                    <a:cubicBezTo>
                      <a:pt x="948" y="5071"/>
                      <a:pt x="2203" y="2746"/>
                      <a:pt x="2219" y="2438"/>
                    </a:cubicBezTo>
                    <a:cubicBezTo>
                      <a:pt x="2239" y="2131"/>
                      <a:pt x="1358" y="769"/>
                      <a:pt x="1358" y="769"/>
                    </a:cubicBezTo>
                    <a:lnTo>
                      <a:pt x="2172" y="1"/>
                    </a:ln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0" name="Google Shape;610;p41"/>
            <p:cNvSpPr/>
            <p:nvPr/>
          </p:nvSpPr>
          <p:spPr>
            <a:xfrm>
              <a:off x="7496939" y="2183711"/>
              <a:ext cx="724838" cy="2423823"/>
            </a:xfrm>
            <a:custGeom>
              <a:avLst/>
              <a:gdLst/>
              <a:ahLst/>
              <a:cxnLst/>
              <a:rect l="l" t="t" r="r" b="b"/>
              <a:pathLst>
                <a:path w="6623" h="22147" extrusionOk="0">
                  <a:moveTo>
                    <a:pt x="3176" y="5166"/>
                  </a:moveTo>
                  <a:lnTo>
                    <a:pt x="3217" y="5361"/>
                  </a:lnTo>
                  <a:lnTo>
                    <a:pt x="3171" y="5172"/>
                  </a:lnTo>
                  <a:lnTo>
                    <a:pt x="3176" y="5166"/>
                  </a:lnTo>
                  <a:close/>
                  <a:moveTo>
                    <a:pt x="2346" y="0"/>
                  </a:moveTo>
                  <a:cubicBezTo>
                    <a:pt x="2154" y="0"/>
                    <a:pt x="1964" y="32"/>
                    <a:pt x="1783" y="91"/>
                  </a:cubicBezTo>
                  <a:cubicBezTo>
                    <a:pt x="431" y="537"/>
                    <a:pt x="1" y="1858"/>
                    <a:pt x="103" y="2365"/>
                  </a:cubicBezTo>
                  <a:lnTo>
                    <a:pt x="682" y="2457"/>
                  </a:lnTo>
                  <a:cubicBezTo>
                    <a:pt x="789" y="3610"/>
                    <a:pt x="1143" y="5950"/>
                    <a:pt x="1240" y="5970"/>
                  </a:cubicBezTo>
                  <a:cubicBezTo>
                    <a:pt x="1243" y="5971"/>
                    <a:pt x="1247" y="5972"/>
                    <a:pt x="1252" y="5972"/>
                  </a:cubicBezTo>
                  <a:cubicBezTo>
                    <a:pt x="1458" y="5972"/>
                    <a:pt x="3212" y="5361"/>
                    <a:pt x="3212" y="5361"/>
                  </a:cubicBezTo>
                  <a:lnTo>
                    <a:pt x="3243" y="5494"/>
                  </a:lnTo>
                  <a:lnTo>
                    <a:pt x="3048" y="5638"/>
                  </a:lnTo>
                  <a:lnTo>
                    <a:pt x="3161" y="5888"/>
                  </a:lnTo>
                  <a:cubicBezTo>
                    <a:pt x="3109" y="6160"/>
                    <a:pt x="3063" y="6493"/>
                    <a:pt x="3094" y="6652"/>
                  </a:cubicBezTo>
                  <a:cubicBezTo>
                    <a:pt x="3161" y="6938"/>
                    <a:pt x="5045" y="9007"/>
                    <a:pt x="5045" y="9007"/>
                  </a:cubicBezTo>
                  <a:cubicBezTo>
                    <a:pt x="5045" y="9007"/>
                    <a:pt x="3371" y="13197"/>
                    <a:pt x="3509" y="13478"/>
                  </a:cubicBezTo>
                  <a:cubicBezTo>
                    <a:pt x="3555" y="13581"/>
                    <a:pt x="4108" y="13883"/>
                    <a:pt x="4789" y="14231"/>
                  </a:cubicBezTo>
                  <a:lnTo>
                    <a:pt x="4436" y="21437"/>
                  </a:lnTo>
                  <a:lnTo>
                    <a:pt x="4738" y="21729"/>
                  </a:lnTo>
                  <a:cubicBezTo>
                    <a:pt x="4738" y="21729"/>
                    <a:pt x="3663" y="22113"/>
                    <a:pt x="3729" y="22138"/>
                  </a:cubicBezTo>
                  <a:cubicBezTo>
                    <a:pt x="3756" y="22144"/>
                    <a:pt x="3943" y="22147"/>
                    <a:pt x="4172" y="22147"/>
                  </a:cubicBezTo>
                  <a:cubicBezTo>
                    <a:pt x="4335" y="22147"/>
                    <a:pt x="4518" y="22146"/>
                    <a:pt x="4682" y="22144"/>
                  </a:cubicBezTo>
                  <a:cubicBezTo>
                    <a:pt x="5388" y="19071"/>
                    <a:pt x="6259" y="15860"/>
                    <a:pt x="4830" y="13058"/>
                  </a:cubicBezTo>
                  <a:cubicBezTo>
                    <a:pt x="4702" y="12864"/>
                    <a:pt x="4764" y="12608"/>
                    <a:pt x="4830" y="12418"/>
                  </a:cubicBezTo>
                  <a:cubicBezTo>
                    <a:pt x="5214" y="11138"/>
                    <a:pt x="6623" y="9986"/>
                    <a:pt x="5916" y="8705"/>
                  </a:cubicBezTo>
                  <a:cubicBezTo>
                    <a:pt x="5148" y="7358"/>
                    <a:pt x="4636" y="6206"/>
                    <a:pt x="3867" y="4992"/>
                  </a:cubicBezTo>
                  <a:cubicBezTo>
                    <a:pt x="3818" y="4919"/>
                    <a:pt x="3727" y="4892"/>
                    <a:pt x="3609" y="4892"/>
                  </a:cubicBezTo>
                  <a:cubicBezTo>
                    <a:pt x="3294" y="4892"/>
                    <a:pt x="2785" y="5079"/>
                    <a:pt x="2346" y="5079"/>
                  </a:cubicBezTo>
                  <a:cubicBezTo>
                    <a:pt x="2083" y="5079"/>
                    <a:pt x="1846" y="5012"/>
                    <a:pt x="1691" y="4798"/>
                  </a:cubicBezTo>
                  <a:cubicBezTo>
                    <a:pt x="923" y="3840"/>
                    <a:pt x="539" y="2365"/>
                    <a:pt x="1117" y="1279"/>
                  </a:cubicBezTo>
                  <a:cubicBezTo>
                    <a:pt x="1455" y="731"/>
                    <a:pt x="1942" y="291"/>
                    <a:pt x="2520" y="9"/>
                  </a:cubicBezTo>
                  <a:cubicBezTo>
                    <a:pt x="2462" y="3"/>
                    <a:pt x="2404" y="0"/>
                    <a:pt x="2346" y="0"/>
                  </a:cubicBez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2"/>
          <p:cNvSpPr txBox="1">
            <a:spLocks noGrp="1"/>
          </p:cNvSpPr>
          <p:nvPr>
            <p:ph type="title"/>
          </p:nvPr>
        </p:nvSpPr>
        <p:spPr>
          <a:xfrm>
            <a:off x="669749" y="590688"/>
            <a:ext cx="780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6" name="Google Shape;616;p42"/>
          <p:cNvSpPr txBox="1">
            <a:spLocks noGrp="1"/>
          </p:cNvSpPr>
          <p:nvPr>
            <p:ph type="body" idx="1"/>
          </p:nvPr>
        </p:nvSpPr>
        <p:spPr>
          <a:xfrm>
            <a:off x="737795" y="2972812"/>
            <a:ext cx="7804500" cy="2170687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u="none" strike="noStrike" dirty="0">
                <a:solidFill>
                  <a:schemeClr val="tx1"/>
                </a:solidFill>
                <a:effectLst/>
                <a:latin typeface="Fredoka One" panose="020B0604020202020204" charset="0"/>
              </a:rPr>
              <a:t>You can also use JavaScript to modify and interact with the html you write in web pages.</a:t>
            </a:r>
            <a:br>
              <a:rPr lang="en-GB" sz="2400" dirty="0">
                <a:solidFill>
                  <a:schemeClr val="tx1"/>
                </a:solidFill>
                <a:latin typeface="Fredoka One" panose="020B0604020202020204" charset="0"/>
              </a:rPr>
            </a:br>
            <a:endParaRPr lang="en-GB" sz="2400" dirty="0">
              <a:solidFill>
                <a:schemeClr val="tx1"/>
              </a:solidFill>
              <a:latin typeface="Fredoka One" panose="020B0604020202020204" charset="0"/>
            </a:endParaRPr>
          </a:p>
        </p:txBody>
      </p:sp>
      <p:grpSp>
        <p:nvGrpSpPr>
          <p:cNvPr id="4" name="Google Shape;568;p41">
            <a:extLst>
              <a:ext uri="{FF2B5EF4-FFF2-40B4-BE49-F238E27FC236}">
                <a16:creationId xmlns:a16="http://schemas.microsoft.com/office/drawing/2014/main" id="{065B658B-B21F-4853-925E-20E87B70208D}"/>
              </a:ext>
            </a:extLst>
          </p:cNvPr>
          <p:cNvGrpSpPr/>
          <p:nvPr/>
        </p:nvGrpSpPr>
        <p:grpSpPr>
          <a:xfrm>
            <a:off x="4071407" y="270542"/>
            <a:ext cx="1001184" cy="2492594"/>
            <a:chOff x="6440775" y="2114956"/>
            <a:chExt cx="1001184" cy="2492594"/>
          </a:xfrm>
        </p:grpSpPr>
        <p:grpSp>
          <p:nvGrpSpPr>
            <p:cNvPr id="5" name="Google Shape;569;p41">
              <a:extLst>
                <a:ext uri="{FF2B5EF4-FFF2-40B4-BE49-F238E27FC236}">
                  <a16:creationId xmlns:a16="http://schemas.microsoft.com/office/drawing/2014/main" id="{0C5DA51F-16F9-49D0-9852-868DB1A1FAFD}"/>
                </a:ext>
              </a:extLst>
            </p:cNvPr>
            <p:cNvGrpSpPr/>
            <p:nvPr/>
          </p:nvGrpSpPr>
          <p:grpSpPr>
            <a:xfrm>
              <a:off x="6440775" y="2114956"/>
              <a:ext cx="1001184" cy="2492594"/>
              <a:chOff x="-270450" y="2761346"/>
              <a:chExt cx="1001184" cy="2492594"/>
            </a:xfrm>
          </p:grpSpPr>
          <p:sp>
            <p:nvSpPr>
              <p:cNvPr id="7" name="Google Shape;570;p41">
                <a:extLst>
                  <a:ext uri="{FF2B5EF4-FFF2-40B4-BE49-F238E27FC236}">
                    <a16:creationId xmlns:a16="http://schemas.microsoft.com/office/drawing/2014/main" id="{57D40317-9E97-4D71-9116-68FBDE37E720}"/>
                  </a:ext>
                </a:extLst>
              </p:cNvPr>
              <p:cNvSpPr/>
              <p:nvPr/>
            </p:nvSpPr>
            <p:spPr>
              <a:xfrm>
                <a:off x="-65898" y="3949605"/>
                <a:ext cx="796632" cy="1304336"/>
              </a:xfrm>
              <a:custGeom>
                <a:avLst/>
                <a:gdLst/>
                <a:ahLst/>
                <a:cxnLst/>
                <a:rect l="l" t="t" r="r" b="b"/>
                <a:pathLst>
                  <a:path w="7279" h="11918" extrusionOk="0">
                    <a:moveTo>
                      <a:pt x="3719" y="0"/>
                    </a:moveTo>
                    <a:lnTo>
                      <a:pt x="1" y="779"/>
                    </a:lnTo>
                    <a:lnTo>
                      <a:pt x="1040" y="11918"/>
                    </a:lnTo>
                    <a:lnTo>
                      <a:pt x="2321" y="11918"/>
                    </a:lnTo>
                    <a:lnTo>
                      <a:pt x="1691" y="11513"/>
                    </a:lnTo>
                    <a:lnTo>
                      <a:pt x="2152" y="1414"/>
                    </a:lnTo>
                    <a:lnTo>
                      <a:pt x="5696" y="11513"/>
                    </a:lnTo>
                    <a:lnTo>
                      <a:pt x="7278" y="11575"/>
                    </a:lnTo>
                    <a:lnTo>
                      <a:pt x="6367" y="11134"/>
                    </a:lnTo>
                    <a:lnTo>
                      <a:pt x="371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571;p41">
                <a:extLst>
                  <a:ext uri="{FF2B5EF4-FFF2-40B4-BE49-F238E27FC236}">
                    <a16:creationId xmlns:a16="http://schemas.microsoft.com/office/drawing/2014/main" id="{4D5EE4DF-EBD4-4656-A858-D2A9906FDED6}"/>
                  </a:ext>
                </a:extLst>
              </p:cNvPr>
              <p:cNvSpPr/>
              <p:nvPr/>
            </p:nvSpPr>
            <p:spPr>
              <a:xfrm>
                <a:off x="-270450" y="3238204"/>
                <a:ext cx="905856" cy="796632"/>
              </a:xfrm>
              <a:custGeom>
                <a:avLst/>
                <a:gdLst/>
                <a:ahLst/>
                <a:cxnLst/>
                <a:rect l="l" t="t" r="r" b="b"/>
                <a:pathLst>
                  <a:path w="8277" h="7279" extrusionOk="0">
                    <a:moveTo>
                      <a:pt x="4892" y="1"/>
                    </a:moveTo>
                    <a:cubicBezTo>
                      <a:pt x="4430" y="1"/>
                      <a:pt x="3980" y="140"/>
                      <a:pt x="3980" y="140"/>
                    </a:cubicBezTo>
                    <a:lnTo>
                      <a:pt x="1434" y="601"/>
                    </a:lnTo>
                    <a:cubicBezTo>
                      <a:pt x="1434" y="601"/>
                      <a:pt x="205" y="1138"/>
                      <a:pt x="103" y="1625"/>
                    </a:cubicBezTo>
                    <a:cubicBezTo>
                      <a:pt x="1" y="2111"/>
                      <a:pt x="1148" y="5998"/>
                      <a:pt x="1434" y="6352"/>
                    </a:cubicBezTo>
                    <a:cubicBezTo>
                      <a:pt x="1565" y="6515"/>
                      <a:pt x="1668" y="6559"/>
                      <a:pt x="1741" y="6559"/>
                    </a:cubicBezTo>
                    <a:cubicBezTo>
                      <a:pt x="1826" y="6559"/>
                      <a:pt x="1870" y="6500"/>
                      <a:pt x="1870" y="6500"/>
                    </a:cubicBezTo>
                    <a:lnTo>
                      <a:pt x="1870" y="7279"/>
                    </a:lnTo>
                    <a:lnTo>
                      <a:pt x="5588" y="6500"/>
                    </a:lnTo>
                    <a:lnTo>
                      <a:pt x="5588" y="3223"/>
                    </a:lnTo>
                    <a:cubicBezTo>
                      <a:pt x="5588" y="3223"/>
                      <a:pt x="6192" y="5225"/>
                      <a:pt x="6643" y="5256"/>
                    </a:cubicBezTo>
                    <a:cubicBezTo>
                      <a:pt x="6648" y="5256"/>
                      <a:pt x="6653" y="5256"/>
                      <a:pt x="6659" y="5256"/>
                    </a:cubicBezTo>
                    <a:cubicBezTo>
                      <a:pt x="7126" y="5256"/>
                      <a:pt x="8277" y="3745"/>
                      <a:pt x="8277" y="3745"/>
                    </a:cubicBezTo>
                    <a:lnTo>
                      <a:pt x="8026" y="3376"/>
                    </a:lnTo>
                    <a:lnTo>
                      <a:pt x="7001" y="3545"/>
                    </a:lnTo>
                    <a:cubicBezTo>
                      <a:pt x="7001" y="3545"/>
                      <a:pt x="5839" y="181"/>
                      <a:pt x="5286" y="42"/>
                    </a:cubicBezTo>
                    <a:cubicBezTo>
                      <a:pt x="5161" y="12"/>
                      <a:pt x="5026" y="1"/>
                      <a:pt x="48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572;p41">
                <a:extLst>
                  <a:ext uri="{FF2B5EF4-FFF2-40B4-BE49-F238E27FC236}">
                    <a16:creationId xmlns:a16="http://schemas.microsoft.com/office/drawing/2014/main" id="{ACFB28BF-75F8-43A6-B2DF-E8C2AB1EC1E5}"/>
                  </a:ext>
                </a:extLst>
              </p:cNvPr>
              <p:cNvSpPr/>
              <p:nvPr/>
            </p:nvSpPr>
            <p:spPr>
              <a:xfrm>
                <a:off x="-113506" y="2928690"/>
                <a:ext cx="301624" cy="440178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4022" extrusionOk="0">
                    <a:moveTo>
                      <a:pt x="1690" y="1"/>
                    </a:moveTo>
                    <a:cubicBezTo>
                      <a:pt x="1310" y="1"/>
                      <a:pt x="853" y="164"/>
                      <a:pt x="784" y="310"/>
                    </a:cubicBezTo>
                    <a:cubicBezTo>
                      <a:pt x="723" y="474"/>
                      <a:pt x="687" y="648"/>
                      <a:pt x="687" y="827"/>
                    </a:cubicBezTo>
                    <a:cubicBezTo>
                      <a:pt x="687" y="827"/>
                      <a:pt x="624" y="711"/>
                      <a:pt x="519" y="711"/>
                    </a:cubicBezTo>
                    <a:cubicBezTo>
                      <a:pt x="494" y="711"/>
                      <a:pt x="466" y="718"/>
                      <a:pt x="436" y="735"/>
                    </a:cubicBezTo>
                    <a:cubicBezTo>
                      <a:pt x="282" y="827"/>
                      <a:pt x="272" y="1232"/>
                      <a:pt x="436" y="1278"/>
                    </a:cubicBezTo>
                    <a:cubicBezTo>
                      <a:pt x="490" y="1293"/>
                      <a:pt x="533" y="1298"/>
                      <a:pt x="564" y="1298"/>
                    </a:cubicBezTo>
                    <a:cubicBezTo>
                      <a:pt x="628" y="1298"/>
                      <a:pt x="651" y="1278"/>
                      <a:pt x="651" y="1278"/>
                    </a:cubicBezTo>
                    <a:lnTo>
                      <a:pt x="687" y="3147"/>
                    </a:lnTo>
                    <a:lnTo>
                      <a:pt x="0" y="3429"/>
                    </a:lnTo>
                    <a:cubicBezTo>
                      <a:pt x="0" y="3429"/>
                      <a:pt x="500" y="4021"/>
                      <a:pt x="1160" y="4021"/>
                    </a:cubicBezTo>
                    <a:cubicBezTo>
                      <a:pt x="1226" y="4021"/>
                      <a:pt x="1294" y="4015"/>
                      <a:pt x="1363" y="4002"/>
                    </a:cubicBezTo>
                    <a:cubicBezTo>
                      <a:pt x="2121" y="3859"/>
                      <a:pt x="2756" y="2911"/>
                      <a:pt x="2756" y="2911"/>
                    </a:cubicBezTo>
                    <a:lnTo>
                      <a:pt x="2756" y="2911"/>
                    </a:lnTo>
                    <a:lnTo>
                      <a:pt x="1875" y="3070"/>
                    </a:lnTo>
                    <a:lnTo>
                      <a:pt x="1578" y="1826"/>
                    </a:lnTo>
                    <a:cubicBezTo>
                      <a:pt x="1578" y="1826"/>
                      <a:pt x="2203" y="1795"/>
                      <a:pt x="2244" y="1713"/>
                    </a:cubicBezTo>
                    <a:cubicBezTo>
                      <a:pt x="2290" y="1631"/>
                      <a:pt x="2418" y="325"/>
                      <a:pt x="2085" y="95"/>
                    </a:cubicBezTo>
                    <a:cubicBezTo>
                      <a:pt x="1987" y="28"/>
                      <a:pt x="1845" y="1"/>
                      <a:pt x="1690" y="1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573;p41">
                <a:extLst>
                  <a:ext uri="{FF2B5EF4-FFF2-40B4-BE49-F238E27FC236}">
                    <a16:creationId xmlns:a16="http://schemas.microsoft.com/office/drawing/2014/main" id="{F3DA123E-EE94-49BA-AC30-E595E02CE38F}"/>
                  </a:ext>
                </a:extLst>
              </p:cNvPr>
              <p:cNvSpPr/>
              <p:nvPr/>
            </p:nvSpPr>
            <p:spPr>
              <a:xfrm>
                <a:off x="47925" y="2982756"/>
                <a:ext cx="28674" cy="77376"/>
              </a:xfrm>
              <a:custGeom>
                <a:avLst/>
                <a:gdLst/>
                <a:ahLst/>
                <a:cxnLst/>
                <a:rect l="l" t="t" r="r" b="b"/>
                <a:pathLst>
                  <a:path w="262" h="707" extrusionOk="0">
                    <a:moveTo>
                      <a:pt x="0" y="0"/>
                    </a:moveTo>
                    <a:lnTo>
                      <a:pt x="0" y="707"/>
                    </a:lnTo>
                    <a:lnTo>
                      <a:pt x="262" y="7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74;p41">
                <a:extLst>
                  <a:ext uri="{FF2B5EF4-FFF2-40B4-BE49-F238E27FC236}">
                    <a16:creationId xmlns:a16="http://schemas.microsoft.com/office/drawing/2014/main" id="{2F3216C0-B0A0-4638-BB10-676F8C848E0B}"/>
                  </a:ext>
                </a:extLst>
              </p:cNvPr>
              <p:cNvSpPr/>
              <p:nvPr/>
            </p:nvSpPr>
            <p:spPr>
              <a:xfrm>
                <a:off x="-1982" y="3128429"/>
                <a:ext cx="78580" cy="63477"/>
              </a:xfrm>
              <a:custGeom>
                <a:avLst/>
                <a:gdLst/>
                <a:ahLst/>
                <a:cxnLst/>
                <a:rect l="l" t="t" r="r" b="b"/>
                <a:pathLst>
                  <a:path w="718" h="580" extrusionOk="0">
                    <a:moveTo>
                      <a:pt x="1" y="1"/>
                    </a:moveTo>
                    <a:lnTo>
                      <a:pt x="718" y="579"/>
                    </a:lnTo>
                    <a:lnTo>
                      <a:pt x="590" y="1"/>
                    </a:lnTo>
                    <a:close/>
                  </a:path>
                </a:pathLst>
              </a:custGeom>
              <a:solidFill>
                <a:srgbClr val="000000">
                  <a:alpha val="49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575;p41">
                <a:extLst>
                  <a:ext uri="{FF2B5EF4-FFF2-40B4-BE49-F238E27FC236}">
                    <a16:creationId xmlns:a16="http://schemas.microsoft.com/office/drawing/2014/main" id="{828DEBF0-1AFE-400F-92E5-9BB8AB423C8D}"/>
                  </a:ext>
                </a:extLst>
              </p:cNvPr>
              <p:cNvSpPr/>
              <p:nvPr/>
            </p:nvSpPr>
            <p:spPr>
              <a:xfrm>
                <a:off x="-55172" y="2865649"/>
                <a:ext cx="226546" cy="162960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1489" extrusionOk="0">
                    <a:moveTo>
                      <a:pt x="1399" y="0"/>
                    </a:moveTo>
                    <a:cubicBezTo>
                      <a:pt x="1134" y="0"/>
                      <a:pt x="815" y="74"/>
                      <a:pt x="543" y="246"/>
                    </a:cubicBezTo>
                    <a:cubicBezTo>
                      <a:pt x="10" y="584"/>
                      <a:pt x="0" y="814"/>
                      <a:pt x="46" y="1070"/>
                    </a:cubicBezTo>
                    <a:cubicBezTo>
                      <a:pt x="92" y="1326"/>
                      <a:pt x="118" y="1382"/>
                      <a:pt x="154" y="1403"/>
                    </a:cubicBezTo>
                    <a:cubicBezTo>
                      <a:pt x="154" y="1403"/>
                      <a:pt x="174" y="1489"/>
                      <a:pt x="238" y="1489"/>
                    </a:cubicBezTo>
                    <a:cubicBezTo>
                      <a:pt x="252" y="1489"/>
                      <a:pt x="268" y="1485"/>
                      <a:pt x="287" y="1475"/>
                    </a:cubicBezTo>
                    <a:cubicBezTo>
                      <a:pt x="394" y="1423"/>
                      <a:pt x="343" y="1019"/>
                      <a:pt x="389" y="922"/>
                    </a:cubicBezTo>
                    <a:cubicBezTo>
                      <a:pt x="396" y="907"/>
                      <a:pt x="427" y="901"/>
                      <a:pt x="475" y="901"/>
                    </a:cubicBezTo>
                    <a:cubicBezTo>
                      <a:pt x="702" y="901"/>
                      <a:pt x="1313" y="1038"/>
                      <a:pt x="1606" y="1038"/>
                    </a:cubicBezTo>
                    <a:cubicBezTo>
                      <a:pt x="1657" y="1038"/>
                      <a:pt x="1698" y="1034"/>
                      <a:pt x="1726" y="1024"/>
                    </a:cubicBezTo>
                    <a:cubicBezTo>
                      <a:pt x="1946" y="947"/>
                      <a:pt x="1813" y="599"/>
                      <a:pt x="1577" y="578"/>
                    </a:cubicBezTo>
                    <a:lnTo>
                      <a:pt x="1342" y="563"/>
                    </a:lnTo>
                    <a:cubicBezTo>
                      <a:pt x="1342" y="563"/>
                      <a:pt x="2069" y="399"/>
                      <a:pt x="1921" y="174"/>
                    </a:cubicBezTo>
                    <a:cubicBezTo>
                      <a:pt x="1849" y="65"/>
                      <a:pt x="1647" y="0"/>
                      <a:pt x="13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576;p41">
                <a:extLst>
                  <a:ext uri="{FF2B5EF4-FFF2-40B4-BE49-F238E27FC236}">
                    <a16:creationId xmlns:a16="http://schemas.microsoft.com/office/drawing/2014/main" id="{55B341D9-EA22-482B-8CEB-B5359FECBA12}"/>
                  </a:ext>
                </a:extLst>
              </p:cNvPr>
              <p:cNvSpPr/>
              <p:nvPr/>
            </p:nvSpPr>
            <p:spPr>
              <a:xfrm>
                <a:off x="12027" y="3049409"/>
                <a:ext cx="72451" cy="4158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380" extrusionOk="0">
                    <a:moveTo>
                      <a:pt x="11" y="0"/>
                    </a:moveTo>
                    <a:cubicBezTo>
                      <a:pt x="1" y="52"/>
                      <a:pt x="72" y="257"/>
                      <a:pt x="303" y="349"/>
                    </a:cubicBezTo>
                    <a:cubicBezTo>
                      <a:pt x="359" y="371"/>
                      <a:pt x="409" y="380"/>
                      <a:pt x="452" y="380"/>
                    </a:cubicBezTo>
                    <a:cubicBezTo>
                      <a:pt x="588" y="380"/>
                      <a:pt x="661" y="298"/>
                      <a:pt x="661" y="298"/>
                    </a:cubicBezTo>
                    <a:lnTo>
                      <a:pt x="661" y="298"/>
                    </a:lnTo>
                    <a:cubicBezTo>
                      <a:pt x="661" y="298"/>
                      <a:pt x="620" y="323"/>
                      <a:pt x="522" y="323"/>
                    </a:cubicBezTo>
                    <a:cubicBezTo>
                      <a:pt x="472" y="323"/>
                      <a:pt x="409" y="316"/>
                      <a:pt x="328" y="298"/>
                    </a:cubicBezTo>
                    <a:cubicBezTo>
                      <a:pt x="180" y="257"/>
                      <a:pt x="62" y="144"/>
                      <a:pt x="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577;p41">
                <a:extLst>
                  <a:ext uri="{FF2B5EF4-FFF2-40B4-BE49-F238E27FC236}">
                    <a16:creationId xmlns:a16="http://schemas.microsoft.com/office/drawing/2014/main" id="{0B91DB23-460E-464B-98EE-A82F12EA8F9B}"/>
                  </a:ext>
                </a:extLst>
              </p:cNvPr>
              <p:cNvSpPr/>
              <p:nvPr/>
            </p:nvSpPr>
            <p:spPr>
              <a:xfrm>
                <a:off x="47925" y="3690108"/>
                <a:ext cx="90290" cy="114367"/>
              </a:xfrm>
              <a:custGeom>
                <a:avLst/>
                <a:gdLst/>
                <a:ahLst/>
                <a:cxnLst/>
                <a:rect l="l" t="t" r="r" b="b"/>
                <a:pathLst>
                  <a:path w="825" h="1045" extrusionOk="0">
                    <a:moveTo>
                      <a:pt x="426" y="0"/>
                    </a:moveTo>
                    <a:lnTo>
                      <a:pt x="0" y="287"/>
                    </a:lnTo>
                    <a:lnTo>
                      <a:pt x="333" y="1045"/>
                    </a:lnTo>
                    <a:lnTo>
                      <a:pt x="825" y="471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rgbClr val="4166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578;p41">
                <a:extLst>
                  <a:ext uri="{FF2B5EF4-FFF2-40B4-BE49-F238E27FC236}">
                    <a16:creationId xmlns:a16="http://schemas.microsoft.com/office/drawing/2014/main" id="{D28C3D13-B810-453E-8EED-A11FD5C27DEF}"/>
                  </a:ext>
                </a:extLst>
              </p:cNvPr>
              <p:cNvSpPr/>
              <p:nvPr/>
            </p:nvSpPr>
            <p:spPr>
              <a:xfrm>
                <a:off x="131869" y="3366037"/>
                <a:ext cx="488989" cy="619554"/>
              </a:xfrm>
              <a:custGeom>
                <a:avLst/>
                <a:gdLst/>
                <a:ahLst/>
                <a:cxnLst/>
                <a:rect l="l" t="t" r="r" b="b"/>
                <a:pathLst>
                  <a:path w="4468" h="5661" extrusionOk="0">
                    <a:moveTo>
                      <a:pt x="2490" y="0"/>
                    </a:moveTo>
                    <a:cubicBezTo>
                      <a:pt x="1295" y="0"/>
                      <a:pt x="0" y="517"/>
                      <a:pt x="130" y="2470"/>
                    </a:cubicBezTo>
                    <a:lnTo>
                      <a:pt x="923" y="2572"/>
                    </a:lnTo>
                    <a:cubicBezTo>
                      <a:pt x="923" y="2572"/>
                      <a:pt x="719" y="1435"/>
                      <a:pt x="1461" y="1138"/>
                    </a:cubicBezTo>
                    <a:cubicBezTo>
                      <a:pt x="1681" y="1051"/>
                      <a:pt x="1917" y="1002"/>
                      <a:pt x="2142" y="1002"/>
                    </a:cubicBezTo>
                    <a:cubicBezTo>
                      <a:pt x="2682" y="1002"/>
                      <a:pt x="3155" y="1281"/>
                      <a:pt x="3177" y="1968"/>
                    </a:cubicBezTo>
                    <a:cubicBezTo>
                      <a:pt x="3208" y="2946"/>
                      <a:pt x="2475" y="3494"/>
                      <a:pt x="2127" y="3678"/>
                    </a:cubicBezTo>
                    <a:cubicBezTo>
                      <a:pt x="1784" y="3857"/>
                      <a:pt x="1599" y="4160"/>
                      <a:pt x="1564" y="4733"/>
                    </a:cubicBezTo>
                    <a:cubicBezTo>
                      <a:pt x="1533" y="5307"/>
                      <a:pt x="1507" y="5660"/>
                      <a:pt x="1507" y="5660"/>
                    </a:cubicBezTo>
                    <a:lnTo>
                      <a:pt x="2393" y="5660"/>
                    </a:lnTo>
                    <a:cubicBezTo>
                      <a:pt x="2393" y="5660"/>
                      <a:pt x="2332" y="4518"/>
                      <a:pt x="2783" y="4262"/>
                    </a:cubicBezTo>
                    <a:cubicBezTo>
                      <a:pt x="3233" y="4001"/>
                      <a:pt x="3966" y="3653"/>
                      <a:pt x="4216" y="2828"/>
                    </a:cubicBezTo>
                    <a:cubicBezTo>
                      <a:pt x="4467" y="1998"/>
                      <a:pt x="4309" y="185"/>
                      <a:pt x="3013" y="32"/>
                    </a:cubicBezTo>
                    <a:cubicBezTo>
                      <a:pt x="2844" y="12"/>
                      <a:pt x="2668" y="0"/>
                      <a:pt x="24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579;p41">
                <a:extLst>
                  <a:ext uri="{FF2B5EF4-FFF2-40B4-BE49-F238E27FC236}">
                    <a16:creationId xmlns:a16="http://schemas.microsoft.com/office/drawing/2014/main" id="{963C12DB-D18E-4F3D-B970-013149F36864}"/>
                  </a:ext>
                </a:extLst>
              </p:cNvPr>
              <p:cNvSpPr/>
              <p:nvPr/>
            </p:nvSpPr>
            <p:spPr>
              <a:xfrm>
                <a:off x="98926" y="3622579"/>
                <a:ext cx="156503" cy="114696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048" extrusionOk="0">
                    <a:moveTo>
                      <a:pt x="989" y="0"/>
                    </a:moveTo>
                    <a:cubicBezTo>
                      <a:pt x="940" y="0"/>
                      <a:pt x="719" y="55"/>
                      <a:pt x="605" y="110"/>
                    </a:cubicBezTo>
                    <a:cubicBezTo>
                      <a:pt x="472" y="172"/>
                      <a:pt x="0" y="668"/>
                      <a:pt x="0" y="668"/>
                    </a:cubicBezTo>
                    <a:lnTo>
                      <a:pt x="323" y="1047"/>
                    </a:lnTo>
                    <a:lnTo>
                      <a:pt x="907" y="458"/>
                    </a:lnTo>
                    <a:cubicBezTo>
                      <a:pt x="907" y="458"/>
                      <a:pt x="1260" y="392"/>
                      <a:pt x="1353" y="356"/>
                    </a:cubicBezTo>
                    <a:cubicBezTo>
                      <a:pt x="1399" y="346"/>
                      <a:pt x="1429" y="295"/>
                      <a:pt x="1424" y="248"/>
                    </a:cubicBezTo>
                    <a:lnTo>
                      <a:pt x="815" y="177"/>
                    </a:lnTo>
                    <a:cubicBezTo>
                      <a:pt x="876" y="126"/>
                      <a:pt x="943" y="64"/>
                      <a:pt x="999" y="3"/>
                    </a:cubicBezTo>
                    <a:cubicBezTo>
                      <a:pt x="999" y="1"/>
                      <a:pt x="995" y="0"/>
                      <a:pt x="989" y="0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580;p41">
                <a:extLst>
                  <a:ext uri="{FF2B5EF4-FFF2-40B4-BE49-F238E27FC236}">
                    <a16:creationId xmlns:a16="http://schemas.microsoft.com/office/drawing/2014/main" id="{248B61DB-E391-4EF3-814C-4FD8C959C27F}"/>
                  </a:ext>
                </a:extLst>
              </p:cNvPr>
              <p:cNvSpPr/>
              <p:nvPr/>
            </p:nvSpPr>
            <p:spPr>
              <a:xfrm>
                <a:off x="548963" y="3574532"/>
                <a:ext cx="81972" cy="68511"/>
              </a:xfrm>
              <a:custGeom>
                <a:avLst/>
                <a:gdLst/>
                <a:ahLst/>
                <a:cxnLst/>
                <a:rect l="l" t="t" r="r" b="b"/>
                <a:pathLst>
                  <a:path w="749" h="626" extrusionOk="0">
                    <a:moveTo>
                      <a:pt x="200" y="0"/>
                    </a:moveTo>
                    <a:cubicBezTo>
                      <a:pt x="119" y="0"/>
                      <a:pt x="64" y="15"/>
                      <a:pt x="42" y="37"/>
                    </a:cubicBezTo>
                    <a:cubicBezTo>
                      <a:pt x="1" y="78"/>
                      <a:pt x="313" y="349"/>
                      <a:pt x="395" y="472"/>
                    </a:cubicBezTo>
                    <a:cubicBezTo>
                      <a:pt x="459" y="565"/>
                      <a:pt x="577" y="625"/>
                      <a:pt x="674" y="625"/>
                    </a:cubicBezTo>
                    <a:cubicBezTo>
                      <a:pt x="701" y="625"/>
                      <a:pt x="726" y="621"/>
                      <a:pt x="749" y="611"/>
                    </a:cubicBezTo>
                    <a:cubicBezTo>
                      <a:pt x="749" y="611"/>
                      <a:pt x="687" y="93"/>
                      <a:pt x="462" y="37"/>
                    </a:cubicBezTo>
                    <a:cubicBezTo>
                      <a:pt x="358" y="11"/>
                      <a:pt x="269" y="0"/>
                      <a:pt x="200" y="0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581;p41">
                <a:extLst>
                  <a:ext uri="{FF2B5EF4-FFF2-40B4-BE49-F238E27FC236}">
                    <a16:creationId xmlns:a16="http://schemas.microsoft.com/office/drawing/2014/main" id="{0F47C378-9C92-4593-B89D-5E6CF7B904C4}"/>
                  </a:ext>
                </a:extLst>
              </p:cNvPr>
              <p:cNvSpPr/>
              <p:nvPr/>
            </p:nvSpPr>
            <p:spPr>
              <a:xfrm>
                <a:off x="-65898" y="3883499"/>
                <a:ext cx="369478" cy="151359"/>
              </a:xfrm>
              <a:custGeom>
                <a:avLst/>
                <a:gdLst/>
                <a:ahLst/>
                <a:cxnLst/>
                <a:rect l="l" t="t" r="r" b="b"/>
                <a:pathLst>
                  <a:path w="3376" h="1383" extrusionOk="0">
                    <a:moveTo>
                      <a:pt x="3371" y="0"/>
                    </a:moveTo>
                    <a:lnTo>
                      <a:pt x="1" y="773"/>
                    </a:lnTo>
                    <a:lnTo>
                      <a:pt x="1" y="1383"/>
                    </a:lnTo>
                    <a:lnTo>
                      <a:pt x="3376" y="686"/>
                    </a:lnTo>
                    <a:lnTo>
                      <a:pt x="3371" y="0"/>
                    </a:lnTo>
                    <a:close/>
                  </a:path>
                </a:pathLst>
              </a:custGeom>
              <a:solidFill>
                <a:srgbClr val="4166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582;p41">
                <a:extLst>
                  <a:ext uri="{FF2B5EF4-FFF2-40B4-BE49-F238E27FC236}">
                    <a16:creationId xmlns:a16="http://schemas.microsoft.com/office/drawing/2014/main" id="{EEF2ACAD-FEDF-4375-81C3-8E47737ECF0D}"/>
                  </a:ext>
                </a:extLst>
              </p:cNvPr>
              <p:cNvSpPr/>
              <p:nvPr/>
            </p:nvSpPr>
            <p:spPr>
              <a:xfrm>
                <a:off x="303478" y="4010676"/>
                <a:ext cx="103861" cy="80878"/>
              </a:xfrm>
              <a:custGeom>
                <a:avLst/>
                <a:gdLst/>
                <a:ahLst/>
                <a:cxnLst/>
                <a:rect l="l" t="t" r="r" b="b"/>
                <a:pathLst>
                  <a:path w="949" h="739" extrusionOk="0">
                    <a:moveTo>
                      <a:pt x="103" y="1"/>
                    </a:moveTo>
                    <a:lnTo>
                      <a:pt x="1" y="738"/>
                    </a:lnTo>
                    <a:lnTo>
                      <a:pt x="841" y="738"/>
                    </a:lnTo>
                    <a:cubicBezTo>
                      <a:pt x="841" y="738"/>
                      <a:pt x="948" y="170"/>
                      <a:pt x="948" y="98"/>
                    </a:cubicBezTo>
                    <a:cubicBezTo>
                      <a:pt x="948" y="31"/>
                      <a:pt x="103" y="1"/>
                      <a:pt x="1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583;p41">
                <a:extLst>
                  <a:ext uri="{FF2B5EF4-FFF2-40B4-BE49-F238E27FC236}">
                    <a16:creationId xmlns:a16="http://schemas.microsoft.com/office/drawing/2014/main" id="{77A96479-2187-4396-BABE-37C26E94B446}"/>
                  </a:ext>
                </a:extLst>
              </p:cNvPr>
              <p:cNvSpPr/>
              <p:nvPr/>
            </p:nvSpPr>
            <p:spPr>
              <a:xfrm>
                <a:off x="219972" y="2761346"/>
                <a:ext cx="414349" cy="458017"/>
              </a:xfrm>
              <a:custGeom>
                <a:avLst/>
                <a:gdLst/>
                <a:ahLst/>
                <a:cxnLst/>
                <a:rect l="l" t="t" r="r" b="b"/>
                <a:pathLst>
                  <a:path w="3786" h="4185" extrusionOk="0">
                    <a:moveTo>
                      <a:pt x="1835" y="0"/>
                    </a:moveTo>
                    <a:cubicBezTo>
                      <a:pt x="1604" y="0"/>
                      <a:pt x="1360" y="69"/>
                      <a:pt x="1112" y="231"/>
                    </a:cubicBezTo>
                    <a:cubicBezTo>
                      <a:pt x="1" y="958"/>
                      <a:pt x="190" y="2259"/>
                      <a:pt x="738" y="2822"/>
                    </a:cubicBezTo>
                    <a:lnTo>
                      <a:pt x="1414" y="2576"/>
                    </a:lnTo>
                    <a:cubicBezTo>
                      <a:pt x="1414" y="2576"/>
                      <a:pt x="682" y="1598"/>
                      <a:pt x="1245" y="1101"/>
                    </a:cubicBezTo>
                    <a:cubicBezTo>
                      <a:pt x="1376" y="987"/>
                      <a:pt x="1537" y="936"/>
                      <a:pt x="1704" y="936"/>
                    </a:cubicBezTo>
                    <a:cubicBezTo>
                      <a:pt x="2257" y="936"/>
                      <a:pt x="2879" y="1496"/>
                      <a:pt x="2695" y="2177"/>
                    </a:cubicBezTo>
                    <a:cubicBezTo>
                      <a:pt x="2454" y="3063"/>
                      <a:pt x="2075" y="3211"/>
                      <a:pt x="2198" y="3647"/>
                    </a:cubicBezTo>
                    <a:cubicBezTo>
                      <a:pt x="2316" y="4077"/>
                      <a:pt x="2454" y="4184"/>
                      <a:pt x="2454" y="4184"/>
                    </a:cubicBezTo>
                    <a:lnTo>
                      <a:pt x="3043" y="3933"/>
                    </a:lnTo>
                    <a:cubicBezTo>
                      <a:pt x="3043" y="3933"/>
                      <a:pt x="2869" y="3478"/>
                      <a:pt x="2976" y="3303"/>
                    </a:cubicBezTo>
                    <a:cubicBezTo>
                      <a:pt x="3084" y="3129"/>
                      <a:pt x="3785" y="2438"/>
                      <a:pt x="3514" y="1537"/>
                    </a:cubicBezTo>
                    <a:cubicBezTo>
                      <a:pt x="3303" y="836"/>
                      <a:pt x="2641" y="0"/>
                      <a:pt x="1835" y="0"/>
                    </a:cubicBezTo>
                    <a:close/>
                  </a:path>
                </a:pathLst>
              </a:custGeom>
              <a:solidFill>
                <a:srgbClr val="FF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584;p41">
                <a:extLst>
                  <a:ext uri="{FF2B5EF4-FFF2-40B4-BE49-F238E27FC236}">
                    <a16:creationId xmlns:a16="http://schemas.microsoft.com/office/drawing/2014/main" id="{2E83B389-33FA-4EF3-8294-77F133091568}"/>
                  </a:ext>
                </a:extLst>
              </p:cNvPr>
              <p:cNvSpPr/>
              <p:nvPr/>
            </p:nvSpPr>
            <p:spPr>
              <a:xfrm>
                <a:off x="509235" y="3219270"/>
                <a:ext cx="102110" cy="99812"/>
              </a:xfrm>
              <a:custGeom>
                <a:avLst/>
                <a:gdLst/>
                <a:ahLst/>
                <a:cxnLst/>
                <a:rect l="l" t="t" r="r" b="b"/>
                <a:pathLst>
                  <a:path w="933" h="912" extrusionOk="0">
                    <a:moveTo>
                      <a:pt x="605" y="0"/>
                    </a:moveTo>
                    <a:lnTo>
                      <a:pt x="0" y="256"/>
                    </a:lnTo>
                    <a:lnTo>
                      <a:pt x="308" y="912"/>
                    </a:lnTo>
                    <a:lnTo>
                      <a:pt x="932" y="681"/>
                    </a:lnTo>
                    <a:lnTo>
                      <a:pt x="605" y="0"/>
                    </a:lnTo>
                    <a:close/>
                  </a:path>
                </a:pathLst>
              </a:custGeom>
              <a:solidFill>
                <a:srgbClr val="FF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585;p41">
                <a:extLst>
                  <a:ext uri="{FF2B5EF4-FFF2-40B4-BE49-F238E27FC236}">
                    <a16:creationId xmlns:a16="http://schemas.microsoft.com/office/drawing/2014/main" id="{5A151745-EB67-44A3-9071-C88A3914E7BD}"/>
                  </a:ext>
                </a:extLst>
              </p:cNvPr>
              <p:cNvSpPr/>
              <p:nvPr/>
            </p:nvSpPr>
            <p:spPr>
              <a:xfrm>
                <a:off x="219972" y="2761346"/>
                <a:ext cx="414349" cy="458017"/>
              </a:xfrm>
              <a:custGeom>
                <a:avLst/>
                <a:gdLst/>
                <a:ahLst/>
                <a:cxnLst/>
                <a:rect l="l" t="t" r="r" b="b"/>
                <a:pathLst>
                  <a:path w="3786" h="4185" extrusionOk="0">
                    <a:moveTo>
                      <a:pt x="1836" y="0"/>
                    </a:moveTo>
                    <a:cubicBezTo>
                      <a:pt x="1604" y="0"/>
                      <a:pt x="1360" y="69"/>
                      <a:pt x="1112" y="231"/>
                    </a:cubicBezTo>
                    <a:cubicBezTo>
                      <a:pt x="1" y="953"/>
                      <a:pt x="185" y="2259"/>
                      <a:pt x="738" y="2817"/>
                    </a:cubicBezTo>
                    <a:lnTo>
                      <a:pt x="1414" y="2576"/>
                    </a:lnTo>
                    <a:cubicBezTo>
                      <a:pt x="1414" y="2576"/>
                      <a:pt x="682" y="1598"/>
                      <a:pt x="1245" y="1101"/>
                    </a:cubicBezTo>
                    <a:cubicBezTo>
                      <a:pt x="1376" y="987"/>
                      <a:pt x="1537" y="936"/>
                      <a:pt x="1704" y="936"/>
                    </a:cubicBezTo>
                    <a:cubicBezTo>
                      <a:pt x="2257" y="936"/>
                      <a:pt x="2879" y="1496"/>
                      <a:pt x="2695" y="2177"/>
                    </a:cubicBezTo>
                    <a:cubicBezTo>
                      <a:pt x="2454" y="3063"/>
                      <a:pt x="2075" y="3211"/>
                      <a:pt x="2198" y="3647"/>
                    </a:cubicBezTo>
                    <a:cubicBezTo>
                      <a:pt x="2316" y="4077"/>
                      <a:pt x="2454" y="4184"/>
                      <a:pt x="2454" y="4184"/>
                    </a:cubicBezTo>
                    <a:lnTo>
                      <a:pt x="3043" y="3933"/>
                    </a:lnTo>
                    <a:cubicBezTo>
                      <a:pt x="3043" y="3933"/>
                      <a:pt x="2869" y="3472"/>
                      <a:pt x="2976" y="3298"/>
                    </a:cubicBezTo>
                    <a:cubicBezTo>
                      <a:pt x="3084" y="3124"/>
                      <a:pt x="3785" y="2433"/>
                      <a:pt x="3514" y="1531"/>
                    </a:cubicBezTo>
                    <a:cubicBezTo>
                      <a:pt x="3303" y="835"/>
                      <a:pt x="2641" y="0"/>
                      <a:pt x="1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586;p41">
                <a:extLst>
                  <a:ext uri="{FF2B5EF4-FFF2-40B4-BE49-F238E27FC236}">
                    <a16:creationId xmlns:a16="http://schemas.microsoft.com/office/drawing/2014/main" id="{587D9FE0-3E42-4914-B2AD-44AF151C4284}"/>
                  </a:ext>
                </a:extLst>
              </p:cNvPr>
              <p:cNvSpPr/>
              <p:nvPr/>
            </p:nvSpPr>
            <p:spPr>
              <a:xfrm>
                <a:off x="509235" y="3219270"/>
                <a:ext cx="102110" cy="99812"/>
              </a:xfrm>
              <a:custGeom>
                <a:avLst/>
                <a:gdLst/>
                <a:ahLst/>
                <a:cxnLst/>
                <a:rect l="l" t="t" r="r" b="b"/>
                <a:pathLst>
                  <a:path w="933" h="912" extrusionOk="0">
                    <a:moveTo>
                      <a:pt x="605" y="0"/>
                    </a:moveTo>
                    <a:lnTo>
                      <a:pt x="0" y="256"/>
                    </a:lnTo>
                    <a:lnTo>
                      <a:pt x="308" y="912"/>
                    </a:lnTo>
                    <a:lnTo>
                      <a:pt x="932" y="681"/>
                    </a:lnTo>
                    <a:lnTo>
                      <a:pt x="6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587;p41">
                <a:extLst>
                  <a:ext uri="{FF2B5EF4-FFF2-40B4-BE49-F238E27FC236}">
                    <a16:creationId xmlns:a16="http://schemas.microsoft.com/office/drawing/2014/main" id="{D70A043C-1461-4FE9-8861-E53F82CAD830}"/>
                  </a:ext>
                </a:extLst>
              </p:cNvPr>
              <p:cNvSpPr/>
              <p:nvPr/>
            </p:nvSpPr>
            <p:spPr>
              <a:xfrm>
                <a:off x="-132002" y="3644906"/>
                <a:ext cx="389287" cy="317493"/>
              </a:xfrm>
              <a:custGeom>
                <a:avLst/>
                <a:gdLst/>
                <a:ahLst/>
                <a:cxnLst/>
                <a:rect l="l" t="t" r="r" b="b"/>
                <a:pathLst>
                  <a:path w="3557" h="2901" extrusionOk="0">
                    <a:moveTo>
                      <a:pt x="3467" y="0"/>
                    </a:moveTo>
                    <a:cubicBezTo>
                      <a:pt x="3321" y="0"/>
                      <a:pt x="2997" y="79"/>
                      <a:pt x="2822" y="162"/>
                    </a:cubicBezTo>
                    <a:cubicBezTo>
                      <a:pt x="2577" y="280"/>
                      <a:pt x="1337" y="2032"/>
                      <a:pt x="866" y="2288"/>
                    </a:cubicBezTo>
                    <a:cubicBezTo>
                      <a:pt x="730" y="2364"/>
                      <a:pt x="580" y="2403"/>
                      <a:pt x="431" y="2403"/>
                    </a:cubicBezTo>
                    <a:cubicBezTo>
                      <a:pt x="282" y="2403"/>
                      <a:pt x="134" y="2364"/>
                      <a:pt x="0" y="2288"/>
                    </a:cubicBezTo>
                    <a:lnTo>
                      <a:pt x="0" y="2288"/>
                    </a:lnTo>
                    <a:cubicBezTo>
                      <a:pt x="166" y="2749"/>
                      <a:pt x="448" y="2900"/>
                      <a:pt x="740" y="2900"/>
                    </a:cubicBezTo>
                    <a:cubicBezTo>
                      <a:pt x="818" y="2900"/>
                      <a:pt x="896" y="2890"/>
                      <a:pt x="974" y="2871"/>
                    </a:cubicBezTo>
                    <a:cubicBezTo>
                      <a:pt x="1342" y="2784"/>
                      <a:pt x="2751" y="654"/>
                      <a:pt x="2925" y="413"/>
                    </a:cubicBezTo>
                    <a:cubicBezTo>
                      <a:pt x="3094" y="178"/>
                      <a:pt x="3457" y="152"/>
                      <a:pt x="3534" y="44"/>
                    </a:cubicBezTo>
                    <a:cubicBezTo>
                      <a:pt x="3556" y="13"/>
                      <a:pt x="3527" y="0"/>
                      <a:pt x="3467" y="0"/>
                    </a:cubicBez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588;p41">
                <a:extLst>
                  <a:ext uri="{FF2B5EF4-FFF2-40B4-BE49-F238E27FC236}">
                    <a16:creationId xmlns:a16="http://schemas.microsoft.com/office/drawing/2014/main" id="{F5063F20-B6BB-49A0-957F-A36501319FED}"/>
                  </a:ext>
                </a:extLst>
              </p:cNvPr>
              <p:cNvSpPr/>
              <p:nvPr/>
            </p:nvSpPr>
            <p:spPr>
              <a:xfrm>
                <a:off x="219425" y="3459833"/>
                <a:ext cx="268572" cy="287505"/>
              </a:xfrm>
              <a:custGeom>
                <a:avLst/>
                <a:gdLst/>
                <a:ahLst/>
                <a:cxnLst/>
                <a:rect l="l" t="t" r="r" b="b"/>
                <a:pathLst>
                  <a:path w="2454" h="2627" extrusionOk="0">
                    <a:moveTo>
                      <a:pt x="1647" y="1"/>
                    </a:moveTo>
                    <a:cubicBezTo>
                      <a:pt x="1592" y="1"/>
                      <a:pt x="1533" y="4"/>
                      <a:pt x="1470" y="10"/>
                    </a:cubicBezTo>
                    <a:cubicBezTo>
                      <a:pt x="492" y="97"/>
                      <a:pt x="129" y="460"/>
                      <a:pt x="62" y="1049"/>
                    </a:cubicBezTo>
                    <a:cubicBezTo>
                      <a:pt x="1" y="1638"/>
                      <a:pt x="62" y="1715"/>
                      <a:pt x="62" y="1715"/>
                    </a:cubicBezTo>
                    <a:lnTo>
                      <a:pt x="323" y="1735"/>
                    </a:lnTo>
                    <a:cubicBezTo>
                      <a:pt x="323" y="1735"/>
                      <a:pt x="246" y="926"/>
                      <a:pt x="451" y="655"/>
                    </a:cubicBezTo>
                    <a:cubicBezTo>
                      <a:pt x="586" y="476"/>
                      <a:pt x="1065" y="375"/>
                      <a:pt x="1442" y="375"/>
                    </a:cubicBezTo>
                    <a:cubicBezTo>
                      <a:pt x="1638" y="375"/>
                      <a:pt x="1806" y="402"/>
                      <a:pt x="1885" y="460"/>
                    </a:cubicBezTo>
                    <a:cubicBezTo>
                      <a:pt x="2121" y="634"/>
                      <a:pt x="2310" y="921"/>
                      <a:pt x="2208" y="1362"/>
                    </a:cubicBezTo>
                    <a:lnTo>
                      <a:pt x="1563" y="2417"/>
                    </a:lnTo>
                    <a:lnTo>
                      <a:pt x="1660" y="2627"/>
                    </a:lnTo>
                    <a:cubicBezTo>
                      <a:pt x="1660" y="2627"/>
                      <a:pt x="2428" y="2417"/>
                      <a:pt x="2443" y="1490"/>
                    </a:cubicBezTo>
                    <a:cubicBezTo>
                      <a:pt x="2453" y="622"/>
                      <a:pt x="2454" y="1"/>
                      <a:pt x="1647" y="1"/>
                    </a:cubicBez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589;p41">
                <a:extLst>
                  <a:ext uri="{FF2B5EF4-FFF2-40B4-BE49-F238E27FC236}">
                    <a16:creationId xmlns:a16="http://schemas.microsoft.com/office/drawing/2014/main" id="{FA5B7D18-367F-430D-B297-527DE98D878A}"/>
                  </a:ext>
                </a:extLst>
              </p:cNvPr>
              <p:cNvSpPr/>
              <p:nvPr/>
            </p:nvSpPr>
            <p:spPr>
              <a:xfrm>
                <a:off x="-125326" y="3246193"/>
                <a:ext cx="319682" cy="134724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231" extrusionOk="0">
                    <a:moveTo>
                      <a:pt x="2920" y="0"/>
                    </a:moveTo>
                    <a:lnTo>
                      <a:pt x="2766" y="31"/>
                    </a:lnTo>
                    <a:cubicBezTo>
                      <a:pt x="2766" y="31"/>
                      <a:pt x="2116" y="876"/>
                      <a:pt x="1486" y="1009"/>
                    </a:cubicBezTo>
                    <a:cubicBezTo>
                      <a:pt x="1427" y="1021"/>
                      <a:pt x="1368" y="1027"/>
                      <a:pt x="1309" y="1027"/>
                    </a:cubicBezTo>
                    <a:cubicBezTo>
                      <a:pt x="735" y="1027"/>
                      <a:pt x="196" y="492"/>
                      <a:pt x="196" y="492"/>
                    </a:cubicBezTo>
                    <a:lnTo>
                      <a:pt x="1" y="579"/>
                    </a:lnTo>
                    <a:cubicBezTo>
                      <a:pt x="1" y="579"/>
                      <a:pt x="779" y="1231"/>
                      <a:pt x="1501" y="1231"/>
                    </a:cubicBezTo>
                    <a:cubicBezTo>
                      <a:pt x="1520" y="1231"/>
                      <a:pt x="1539" y="1230"/>
                      <a:pt x="1558" y="1229"/>
                    </a:cubicBezTo>
                    <a:cubicBezTo>
                      <a:pt x="2295" y="1193"/>
                      <a:pt x="2920" y="0"/>
                      <a:pt x="2920" y="0"/>
                    </a:cubicBezTo>
                    <a:close/>
                  </a:path>
                </a:pathLst>
              </a:custGeom>
              <a:solidFill>
                <a:srgbClr val="4166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Google Shape;590;p41">
              <a:extLst>
                <a:ext uri="{FF2B5EF4-FFF2-40B4-BE49-F238E27FC236}">
                  <a16:creationId xmlns:a16="http://schemas.microsoft.com/office/drawing/2014/main" id="{71A68644-4588-4FE1-A4B7-017A15477097}"/>
                </a:ext>
              </a:extLst>
            </p:cNvPr>
            <p:cNvSpPr/>
            <p:nvPr/>
          </p:nvSpPr>
          <p:spPr>
            <a:xfrm>
              <a:off x="6440775" y="2225388"/>
              <a:ext cx="444555" cy="2382125"/>
            </a:xfrm>
            <a:custGeom>
              <a:avLst/>
              <a:gdLst/>
              <a:ahLst/>
              <a:cxnLst/>
              <a:rect l="l" t="t" r="r" b="b"/>
              <a:pathLst>
                <a:path w="4062" h="21766" extrusionOk="0">
                  <a:moveTo>
                    <a:pt x="2961" y="0"/>
                  </a:moveTo>
                  <a:cubicBezTo>
                    <a:pt x="2802" y="41"/>
                    <a:pt x="2648" y="102"/>
                    <a:pt x="2505" y="190"/>
                  </a:cubicBezTo>
                  <a:cubicBezTo>
                    <a:pt x="1977" y="522"/>
                    <a:pt x="1967" y="753"/>
                    <a:pt x="2013" y="1009"/>
                  </a:cubicBezTo>
                  <a:cubicBezTo>
                    <a:pt x="2023" y="1106"/>
                    <a:pt x="2044" y="1198"/>
                    <a:pt x="2075" y="1285"/>
                  </a:cubicBezTo>
                  <a:cubicBezTo>
                    <a:pt x="2044" y="1249"/>
                    <a:pt x="2000" y="1230"/>
                    <a:pt x="1956" y="1230"/>
                  </a:cubicBezTo>
                  <a:cubicBezTo>
                    <a:pt x="1926" y="1230"/>
                    <a:pt x="1896" y="1238"/>
                    <a:pt x="1870" y="1255"/>
                  </a:cubicBezTo>
                  <a:cubicBezTo>
                    <a:pt x="1711" y="1342"/>
                    <a:pt x="1706" y="1752"/>
                    <a:pt x="1870" y="1798"/>
                  </a:cubicBezTo>
                  <a:cubicBezTo>
                    <a:pt x="1924" y="1811"/>
                    <a:pt x="1967" y="1816"/>
                    <a:pt x="1998" y="1816"/>
                  </a:cubicBezTo>
                  <a:cubicBezTo>
                    <a:pt x="2062" y="1816"/>
                    <a:pt x="2085" y="1798"/>
                    <a:pt x="2085" y="1798"/>
                  </a:cubicBezTo>
                  <a:lnTo>
                    <a:pt x="2121" y="3667"/>
                  </a:lnTo>
                  <a:lnTo>
                    <a:pt x="1429" y="3949"/>
                  </a:lnTo>
                  <a:cubicBezTo>
                    <a:pt x="1429" y="3949"/>
                    <a:pt x="205" y="4481"/>
                    <a:pt x="103" y="4973"/>
                  </a:cubicBezTo>
                  <a:cubicBezTo>
                    <a:pt x="1" y="5459"/>
                    <a:pt x="1148" y="9346"/>
                    <a:pt x="1429" y="9695"/>
                  </a:cubicBezTo>
                  <a:cubicBezTo>
                    <a:pt x="1564" y="9861"/>
                    <a:pt x="1669" y="9905"/>
                    <a:pt x="1743" y="9905"/>
                  </a:cubicBezTo>
                  <a:cubicBezTo>
                    <a:pt x="1827" y="9905"/>
                    <a:pt x="1870" y="9848"/>
                    <a:pt x="1870" y="9848"/>
                  </a:cubicBezTo>
                  <a:lnTo>
                    <a:pt x="1870" y="10627"/>
                  </a:lnTo>
                  <a:lnTo>
                    <a:pt x="2909" y="21766"/>
                  </a:lnTo>
                  <a:lnTo>
                    <a:pt x="3995" y="21766"/>
                  </a:lnTo>
                  <a:cubicBezTo>
                    <a:pt x="3836" y="21663"/>
                    <a:pt x="3698" y="21535"/>
                    <a:pt x="3585" y="21376"/>
                  </a:cubicBezTo>
                  <a:lnTo>
                    <a:pt x="3560" y="21361"/>
                  </a:lnTo>
                  <a:lnTo>
                    <a:pt x="3560" y="21335"/>
                  </a:lnTo>
                  <a:cubicBezTo>
                    <a:pt x="3406" y="21095"/>
                    <a:pt x="3360" y="20808"/>
                    <a:pt x="3422" y="20531"/>
                  </a:cubicBezTo>
                  <a:cubicBezTo>
                    <a:pt x="4062" y="17904"/>
                    <a:pt x="3099" y="15410"/>
                    <a:pt x="2781" y="12849"/>
                  </a:cubicBezTo>
                  <a:cubicBezTo>
                    <a:pt x="2653" y="11887"/>
                    <a:pt x="2653" y="10929"/>
                    <a:pt x="2525" y="9905"/>
                  </a:cubicBezTo>
                  <a:cubicBezTo>
                    <a:pt x="2459" y="9393"/>
                    <a:pt x="2459" y="8880"/>
                    <a:pt x="2203" y="8430"/>
                  </a:cubicBezTo>
                  <a:cubicBezTo>
                    <a:pt x="1947" y="7790"/>
                    <a:pt x="2459" y="7277"/>
                    <a:pt x="2587" y="6637"/>
                  </a:cubicBezTo>
                  <a:cubicBezTo>
                    <a:pt x="3048" y="4512"/>
                    <a:pt x="1603" y="1670"/>
                    <a:pt x="2961" y="0"/>
                  </a:cubicBezTo>
                  <a:close/>
                </a:path>
              </a:pathLst>
            </a:custGeom>
            <a:solidFill>
              <a:srgbClr val="000000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669;p46">
            <a:extLst>
              <a:ext uri="{FF2B5EF4-FFF2-40B4-BE49-F238E27FC236}">
                <a16:creationId xmlns:a16="http://schemas.microsoft.com/office/drawing/2014/main" id="{49DAA216-FAF3-4F6B-96E1-BD7B50D1A425}"/>
              </a:ext>
            </a:extLst>
          </p:cNvPr>
          <p:cNvSpPr/>
          <p:nvPr/>
        </p:nvSpPr>
        <p:spPr>
          <a:xfrm>
            <a:off x="-389226" y="-111443"/>
            <a:ext cx="2666155" cy="1069537"/>
          </a:xfrm>
          <a:custGeom>
            <a:avLst/>
            <a:gdLst/>
            <a:ahLst/>
            <a:cxnLst/>
            <a:rect l="l" t="t" r="r" b="b"/>
            <a:pathLst>
              <a:path w="7291" h="2964" extrusionOk="0">
                <a:moveTo>
                  <a:pt x="4075" y="0"/>
                </a:moveTo>
                <a:cubicBezTo>
                  <a:pt x="4016" y="0"/>
                  <a:pt x="3956" y="3"/>
                  <a:pt x="3893" y="9"/>
                </a:cubicBezTo>
                <a:cubicBezTo>
                  <a:pt x="2536" y="142"/>
                  <a:pt x="2910" y="1489"/>
                  <a:pt x="2910" y="1489"/>
                </a:cubicBezTo>
                <a:cubicBezTo>
                  <a:pt x="2810" y="1438"/>
                  <a:pt x="2708" y="1416"/>
                  <a:pt x="2608" y="1416"/>
                </a:cubicBezTo>
                <a:cubicBezTo>
                  <a:pt x="2181" y="1416"/>
                  <a:pt x="1799" y="1825"/>
                  <a:pt x="1824" y="2190"/>
                </a:cubicBezTo>
                <a:cubicBezTo>
                  <a:pt x="1839" y="2463"/>
                  <a:pt x="1669" y="2532"/>
                  <a:pt x="1406" y="2532"/>
                </a:cubicBezTo>
                <a:cubicBezTo>
                  <a:pt x="1235" y="2532"/>
                  <a:pt x="1024" y="2503"/>
                  <a:pt x="800" y="2482"/>
                </a:cubicBezTo>
                <a:cubicBezTo>
                  <a:pt x="773" y="2480"/>
                  <a:pt x="748" y="2479"/>
                  <a:pt x="723" y="2479"/>
                </a:cubicBezTo>
                <a:cubicBezTo>
                  <a:pt x="206" y="2479"/>
                  <a:pt x="1" y="2964"/>
                  <a:pt x="1" y="2964"/>
                </a:cubicBezTo>
                <a:lnTo>
                  <a:pt x="7201" y="2964"/>
                </a:lnTo>
                <a:cubicBezTo>
                  <a:pt x="7290" y="2044"/>
                  <a:pt x="6609" y="1801"/>
                  <a:pt x="6121" y="1801"/>
                </a:cubicBezTo>
                <a:cubicBezTo>
                  <a:pt x="5935" y="1801"/>
                  <a:pt x="5777" y="1837"/>
                  <a:pt x="5701" y="1883"/>
                </a:cubicBezTo>
                <a:cubicBezTo>
                  <a:pt x="5559" y="1973"/>
                  <a:pt x="5364" y="2069"/>
                  <a:pt x="5258" y="2069"/>
                </a:cubicBezTo>
                <a:cubicBezTo>
                  <a:pt x="5158" y="2069"/>
                  <a:pt x="5138" y="1983"/>
                  <a:pt x="5317" y="1724"/>
                </a:cubicBezTo>
                <a:cubicBezTo>
                  <a:pt x="5668" y="1216"/>
                  <a:pt x="5289" y="0"/>
                  <a:pt x="40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669;p46">
            <a:extLst>
              <a:ext uri="{FF2B5EF4-FFF2-40B4-BE49-F238E27FC236}">
                <a16:creationId xmlns:a16="http://schemas.microsoft.com/office/drawing/2014/main" id="{33903C7C-E2D1-4CE5-AEF4-6869FFA2AC4C}"/>
              </a:ext>
            </a:extLst>
          </p:cNvPr>
          <p:cNvSpPr/>
          <p:nvPr/>
        </p:nvSpPr>
        <p:spPr>
          <a:xfrm flipH="1" flipV="1">
            <a:off x="7358128" y="4241324"/>
            <a:ext cx="2666155" cy="1069537"/>
          </a:xfrm>
          <a:custGeom>
            <a:avLst/>
            <a:gdLst/>
            <a:ahLst/>
            <a:cxnLst/>
            <a:rect l="l" t="t" r="r" b="b"/>
            <a:pathLst>
              <a:path w="7291" h="2964" extrusionOk="0">
                <a:moveTo>
                  <a:pt x="4075" y="0"/>
                </a:moveTo>
                <a:cubicBezTo>
                  <a:pt x="4016" y="0"/>
                  <a:pt x="3956" y="3"/>
                  <a:pt x="3893" y="9"/>
                </a:cubicBezTo>
                <a:cubicBezTo>
                  <a:pt x="2536" y="142"/>
                  <a:pt x="2910" y="1489"/>
                  <a:pt x="2910" y="1489"/>
                </a:cubicBezTo>
                <a:cubicBezTo>
                  <a:pt x="2810" y="1438"/>
                  <a:pt x="2708" y="1416"/>
                  <a:pt x="2608" y="1416"/>
                </a:cubicBezTo>
                <a:cubicBezTo>
                  <a:pt x="2181" y="1416"/>
                  <a:pt x="1799" y="1825"/>
                  <a:pt x="1824" y="2190"/>
                </a:cubicBezTo>
                <a:cubicBezTo>
                  <a:pt x="1839" y="2463"/>
                  <a:pt x="1669" y="2532"/>
                  <a:pt x="1406" y="2532"/>
                </a:cubicBezTo>
                <a:cubicBezTo>
                  <a:pt x="1235" y="2532"/>
                  <a:pt x="1024" y="2503"/>
                  <a:pt x="800" y="2482"/>
                </a:cubicBezTo>
                <a:cubicBezTo>
                  <a:pt x="773" y="2480"/>
                  <a:pt x="748" y="2479"/>
                  <a:pt x="723" y="2479"/>
                </a:cubicBezTo>
                <a:cubicBezTo>
                  <a:pt x="206" y="2479"/>
                  <a:pt x="1" y="2964"/>
                  <a:pt x="1" y="2964"/>
                </a:cubicBezTo>
                <a:lnTo>
                  <a:pt x="7201" y="2964"/>
                </a:lnTo>
                <a:cubicBezTo>
                  <a:pt x="7290" y="2044"/>
                  <a:pt x="6609" y="1801"/>
                  <a:pt x="6121" y="1801"/>
                </a:cubicBezTo>
                <a:cubicBezTo>
                  <a:pt x="5935" y="1801"/>
                  <a:pt x="5777" y="1837"/>
                  <a:pt x="5701" y="1883"/>
                </a:cubicBezTo>
                <a:cubicBezTo>
                  <a:pt x="5559" y="1973"/>
                  <a:pt x="5364" y="2069"/>
                  <a:pt x="5258" y="2069"/>
                </a:cubicBezTo>
                <a:cubicBezTo>
                  <a:pt x="5158" y="2069"/>
                  <a:pt x="5138" y="1983"/>
                  <a:pt x="5317" y="1724"/>
                </a:cubicBezTo>
                <a:cubicBezTo>
                  <a:pt x="5668" y="1216"/>
                  <a:pt x="5289" y="0"/>
                  <a:pt x="4075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669;p46">
            <a:extLst>
              <a:ext uri="{FF2B5EF4-FFF2-40B4-BE49-F238E27FC236}">
                <a16:creationId xmlns:a16="http://schemas.microsoft.com/office/drawing/2014/main" id="{046E30FB-8127-4F39-91E3-5FF877757089}"/>
              </a:ext>
            </a:extLst>
          </p:cNvPr>
          <p:cNvSpPr/>
          <p:nvPr/>
        </p:nvSpPr>
        <p:spPr>
          <a:xfrm rot="14082624">
            <a:off x="-1039718" y="4241325"/>
            <a:ext cx="2666155" cy="1069537"/>
          </a:xfrm>
          <a:custGeom>
            <a:avLst/>
            <a:gdLst/>
            <a:ahLst/>
            <a:cxnLst/>
            <a:rect l="l" t="t" r="r" b="b"/>
            <a:pathLst>
              <a:path w="7291" h="2964" extrusionOk="0">
                <a:moveTo>
                  <a:pt x="4075" y="0"/>
                </a:moveTo>
                <a:cubicBezTo>
                  <a:pt x="4016" y="0"/>
                  <a:pt x="3956" y="3"/>
                  <a:pt x="3893" y="9"/>
                </a:cubicBezTo>
                <a:cubicBezTo>
                  <a:pt x="2536" y="142"/>
                  <a:pt x="2910" y="1489"/>
                  <a:pt x="2910" y="1489"/>
                </a:cubicBezTo>
                <a:cubicBezTo>
                  <a:pt x="2810" y="1438"/>
                  <a:pt x="2708" y="1416"/>
                  <a:pt x="2608" y="1416"/>
                </a:cubicBezTo>
                <a:cubicBezTo>
                  <a:pt x="2181" y="1416"/>
                  <a:pt x="1799" y="1825"/>
                  <a:pt x="1824" y="2190"/>
                </a:cubicBezTo>
                <a:cubicBezTo>
                  <a:pt x="1839" y="2463"/>
                  <a:pt x="1669" y="2532"/>
                  <a:pt x="1406" y="2532"/>
                </a:cubicBezTo>
                <a:cubicBezTo>
                  <a:pt x="1235" y="2532"/>
                  <a:pt x="1024" y="2503"/>
                  <a:pt x="800" y="2482"/>
                </a:cubicBezTo>
                <a:cubicBezTo>
                  <a:pt x="773" y="2480"/>
                  <a:pt x="748" y="2479"/>
                  <a:pt x="723" y="2479"/>
                </a:cubicBezTo>
                <a:cubicBezTo>
                  <a:pt x="206" y="2479"/>
                  <a:pt x="1" y="2964"/>
                  <a:pt x="1" y="2964"/>
                </a:cubicBezTo>
                <a:lnTo>
                  <a:pt x="7201" y="2964"/>
                </a:lnTo>
                <a:cubicBezTo>
                  <a:pt x="7290" y="2044"/>
                  <a:pt x="6609" y="1801"/>
                  <a:pt x="6121" y="1801"/>
                </a:cubicBezTo>
                <a:cubicBezTo>
                  <a:pt x="5935" y="1801"/>
                  <a:pt x="5777" y="1837"/>
                  <a:pt x="5701" y="1883"/>
                </a:cubicBezTo>
                <a:cubicBezTo>
                  <a:pt x="5559" y="1973"/>
                  <a:pt x="5364" y="2069"/>
                  <a:pt x="5258" y="2069"/>
                </a:cubicBezTo>
                <a:cubicBezTo>
                  <a:pt x="5158" y="2069"/>
                  <a:pt x="5138" y="1983"/>
                  <a:pt x="5317" y="1724"/>
                </a:cubicBezTo>
                <a:cubicBezTo>
                  <a:pt x="5668" y="1216"/>
                  <a:pt x="5289" y="0"/>
                  <a:pt x="4075" y="0"/>
                </a:cubicBezTo>
                <a:close/>
              </a:path>
            </a:pathLst>
          </a:custGeom>
          <a:solidFill>
            <a:srgbClr val="F0CF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669;p46">
            <a:extLst>
              <a:ext uri="{FF2B5EF4-FFF2-40B4-BE49-F238E27FC236}">
                <a16:creationId xmlns:a16="http://schemas.microsoft.com/office/drawing/2014/main" id="{C5CBC70C-5D16-42EF-BD27-CD4CADFBA28C}"/>
              </a:ext>
            </a:extLst>
          </p:cNvPr>
          <p:cNvSpPr/>
          <p:nvPr/>
        </p:nvSpPr>
        <p:spPr>
          <a:xfrm rot="2157267">
            <a:off x="7298115" y="-352869"/>
            <a:ext cx="2666155" cy="1069537"/>
          </a:xfrm>
          <a:custGeom>
            <a:avLst/>
            <a:gdLst/>
            <a:ahLst/>
            <a:cxnLst/>
            <a:rect l="l" t="t" r="r" b="b"/>
            <a:pathLst>
              <a:path w="7291" h="2964" extrusionOk="0">
                <a:moveTo>
                  <a:pt x="4075" y="0"/>
                </a:moveTo>
                <a:cubicBezTo>
                  <a:pt x="4016" y="0"/>
                  <a:pt x="3956" y="3"/>
                  <a:pt x="3893" y="9"/>
                </a:cubicBezTo>
                <a:cubicBezTo>
                  <a:pt x="2536" y="142"/>
                  <a:pt x="2910" y="1489"/>
                  <a:pt x="2910" y="1489"/>
                </a:cubicBezTo>
                <a:cubicBezTo>
                  <a:pt x="2810" y="1438"/>
                  <a:pt x="2708" y="1416"/>
                  <a:pt x="2608" y="1416"/>
                </a:cubicBezTo>
                <a:cubicBezTo>
                  <a:pt x="2181" y="1416"/>
                  <a:pt x="1799" y="1825"/>
                  <a:pt x="1824" y="2190"/>
                </a:cubicBezTo>
                <a:cubicBezTo>
                  <a:pt x="1839" y="2463"/>
                  <a:pt x="1669" y="2532"/>
                  <a:pt x="1406" y="2532"/>
                </a:cubicBezTo>
                <a:cubicBezTo>
                  <a:pt x="1235" y="2532"/>
                  <a:pt x="1024" y="2503"/>
                  <a:pt x="800" y="2482"/>
                </a:cubicBezTo>
                <a:cubicBezTo>
                  <a:pt x="773" y="2480"/>
                  <a:pt x="748" y="2479"/>
                  <a:pt x="723" y="2479"/>
                </a:cubicBezTo>
                <a:cubicBezTo>
                  <a:pt x="206" y="2479"/>
                  <a:pt x="1" y="2964"/>
                  <a:pt x="1" y="2964"/>
                </a:cubicBezTo>
                <a:lnTo>
                  <a:pt x="7201" y="2964"/>
                </a:lnTo>
                <a:cubicBezTo>
                  <a:pt x="7290" y="2044"/>
                  <a:pt x="6609" y="1801"/>
                  <a:pt x="6121" y="1801"/>
                </a:cubicBezTo>
                <a:cubicBezTo>
                  <a:pt x="5935" y="1801"/>
                  <a:pt x="5777" y="1837"/>
                  <a:pt x="5701" y="1883"/>
                </a:cubicBezTo>
                <a:cubicBezTo>
                  <a:pt x="5559" y="1973"/>
                  <a:pt x="5364" y="2069"/>
                  <a:pt x="5258" y="2069"/>
                </a:cubicBezTo>
                <a:cubicBezTo>
                  <a:pt x="5158" y="2069"/>
                  <a:pt x="5138" y="1983"/>
                  <a:pt x="5317" y="1724"/>
                </a:cubicBezTo>
                <a:cubicBezTo>
                  <a:pt x="5668" y="1216"/>
                  <a:pt x="5289" y="0"/>
                  <a:pt x="4075" y="0"/>
                </a:cubicBezTo>
                <a:close/>
              </a:path>
            </a:pathLst>
          </a:custGeom>
          <a:solidFill>
            <a:srgbClr val="83D2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4"/>
          <p:cNvSpPr txBox="1">
            <a:spLocks noGrp="1"/>
          </p:cNvSpPr>
          <p:nvPr>
            <p:ph type="subTitle" idx="1"/>
          </p:nvPr>
        </p:nvSpPr>
        <p:spPr>
          <a:xfrm>
            <a:off x="869023" y="1338436"/>
            <a:ext cx="7682400" cy="9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HOW CAN YOU DO </a:t>
            </a:r>
            <a:r>
              <a:rPr lang="en-GB" sz="3200" b="0" i="0" u="none" strike="noStrike" dirty="0">
                <a:solidFill>
                  <a:srgbClr val="4166B7"/>
                </a:solidFill>
                <a:effectLst/>
                <a:latin typeface="Fredoka One" panose="020B0604020202020204" charset="0"/>
              </a:rPr>
              <a:t>THAT</a:t>
            </a:r>
            <a:r>
              <a:rPr lang="en-GB" sz="32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?</a:t>
            </a:r>
            <a:br>
              <a:rPr lang="en-GB" sz="32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</a:br>
            <a:endParaRPr sz="3200" dirty="0">
              <a:latin typeface="Fredoka One" panose="020B0604020202020204" charset="0"/>
            </a:endParaRPr>
          </a:p>
        </p:txBody>
      </p:sp>
      <p:sp>
        <p:nvSpPr>
          <p:cNvPr id="639" name="Google Shape;639;p44"/>
          <p:cNvSpPr txBox="1">
            <a:spLocks noGrp="1"/>
          </p:cNvSpPr>
          <p:nvPr>
            <p:ph type="subTitle" idx="2"/>
          </p:nvPr>
        </p:nvSpPr>
        <p:spPr>
          <a:xfrm>
            <a:off x="1716790" y="2140350"/>
            <a:ext cx="5594234" cy="8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634545"/>
                </a:solidFill>
                <a:effectLst/>
                <a:latin typeface="Fredoka One" panose="020B0604020202020204" charset="0"/>
              </a:rPr>
              <a:t>USING THE DOM, OR DOCUMENT OBJECT MODEL</a:t>
            </a:r>
            <a:endParaRPr lang="en-GB" sz="1600" b="0" dirty="0">
              <a:effectLst/>
              <a:latin typeface="Fredoka One" panose="020B0604020202020204" charset="0"/>
            </a:endParaRPr>
          </a:p>
          <a:p>
            <a:br>
              <a:rPr lang="en-GB" dirty="0"/>
            </a:br>
            <a:endParaRPr dirty="0"/>
          </a:p>
        </p:txBody>
      </p:sp>
      <p:sp>
        <p:nvSpPr>
          <p:cNvPr id="640" name="Google Shape;640;p44"/>
          <p:cNvSpPr txBox="1">
            <a:spLocks noGrp="1"/>
          </p:cNvSpPr>
          <p:nvPr>
            <p:ph type="title"/>
          </p:nvPr>
        </p:nvSpPr>
        <p:spPr>
          <a:xfrm>
            <a:off x="2539673" y="1485985"/>
            <a:ext cx="3948469" cy="2365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01</a:t>
            </a:r>
            <a:br>
              <a:rPr lang="en" dirty="0"/>
            </a:b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ACA995-0C42-4288-9F5F-0FB801F769E5}"/>
              </a:ext>
            </a:extLst>
          </p:cNvPr>
          <p:cNvSpPr txBox="1"/>
          <p:nvPr/>
        </p:nvSpPr>
        <p:spPr>
          <a:xfrm>
            <a:off x="1288973" y="2701684"/>
            <a:ext cx="57415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sv-SE" sz="1400" b="0" i="0" u="none" strike="noStrike" dirty="0">
                <a:solidFill>
                  <a:schemeClr val="bg2"/>
                </a:solidFill>
                <a:effectLst/>
                <a:latin typeface="Fredoka One" panose="020B0604020202020204" charset="0"/>
              </a:rPr>
              <a:t>&lt;HTML&gt;</a:t>
            </a:r>
            <a:endParaRPr lang="sv-SE" b="0" dirty="0">
              <a:solidFill>
                <a:schemeClr val="bg2"/>
              </a:solidFill>
              <a:effectLst/>
              <a:latin typeface="Fredoka One" panose="020B060402020202020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sv-SE" b="0" dirty="0">
                <a:solidFill>
                  <a:schemeClr val="bg2"/>
                </a:solidFill>
                <a:effectLst/>
                <a:latin typeface="Fredoka One" panose="020B0604020202020204" charset="0"/>
              </a:rPr>
            </a:br>
            <a:r>
              <a:rPr lang="sv-SE" sz="1400" b="0" i="0" u="none" strike="noStrike" dirty="0">
                <a:solidFill>
                  <a:schemeClr val="bg2"/>
                </a:solidFill>
                <a:effectLst/>
                <a:latin typeface="Fredoka One" panose="020B0604020202020204" charset="0"/>
              </a:rPr>
              <a:t>&lt;element tag&gt; content &lt;/element tag&gt;</a:t>
            </a:r>
            <a:endParaRPr lang="sv-SE" b="0" dirty="0">
              <a:solidFill>
                <a:schemeClr val="bg2"/>
              </a:solidFill>
              <a:effectLst/>
              <a:latin typeface="Fredoka One" panose="020B060402020202020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sv-SE" b="0" dirty="0">
                <a:solidFill>
                  <a:schemeClr val="bg2"/>
                </a:solidFill>
                <a:effectLst/>
                <a:latin typeface="Fredoka One" panose="020B0604020202020204" charset="0"/>
              </a:rPr>
            </a:br>
            <a:r>
              <a:rPr lang="sv-SE" sz="1400" b="0" i="0" u="none" strike="noStrike" dirty="0">
                <a:solidFill>
                  <a:schemeClr val="bg2"/>
                </a:solidFill>
                <a:effectLst/>
                <a:latin typeface="Fredoka One" panose="020B0604020202020204" charset="0"/>
              </a:rPr>
              <a:t>&lt;/HTML&gt;</a:t>
            </a:r>
            <a:endParaRPr lang="sv-SE" b="0" dirty="0">
              <a:solidFill>
                <a:schemeClr val="bg2"/>
              </a:solidFill>
              <a:effectLst/>
              <a:latin typeface="Fredoka One" panose="020B060402020202020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sv-SE" b="0" dirty="0">
                <a:solidFill>
                  <a:schemeClr val="bg2"/>
                </a:solidFill>
                <a:effectLst/>
              </a:rPr>
            </a:br>
            <a:endParaRPr lang="sv-SE" b="0" dirty="0">
              <a:solidFill>
                <a:schemeClr val="bg2"/>
              </a:solidFill>
              <a:effectLst/>
            </a:endParaRPr>
          </a:p>
          <a:p>
            <a:br>
              <a:rPr lang="sv-SE" dirty="0">
                <a:solidFill>
                  <a:schemeClr val="bg2"/>
                </a:solidFill>
              </a:rPr>
            </a:b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20627D-73F7-4C24-A9F4-20189EE6394C}"/>
              </a:ext>
            </a:extLst>
          </p:cNvPr>
          <p:cNvSpPr txBox="1"/>
          <p:nvPr/>
        </p:nvSpPr>
        <p:spPr>
          <a:xfrm>
            <a:off x="6387208" y="3190050"/>
            <a:ext cx="1847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 b="0" i="0" u="none" strike="noStrike" dirty="0">
                <a:solidFill>
                  <a:schemeClr val="bg2"/>
                </a:solidFill>
                <a:effectLst/>
                <a:latin typeface="Fredoka One" panose="020B0604020202020204" charset="0"/>
              </a:rPr>
              <a:t>A DOM element</a:t>
            </a:r>
            <a:endParaRPr lang="en-IN" dirty="0">
              <a:latin typeface="Fredoka One" panose="020B0604020202020204" charset="0"/>
            </a:endParaRP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E97A9B2B-2EC6-4DD9-B9B8-12E1B550BAC3}"/>
              </a:ext>
            </a:extLst>
          </p:cNvPr>
          <p:cNvSpPr/>
          <p:nvPr/>
        </p:nvSpPr>
        <p:spPr>
          <a:xfrm>
            <a:off x="5032848" y="3136603"/>
            <a:ext cx="1073889" cy="414669"/>
          </a:xfrm>
          <a:prstGeom prst="lef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7"/>
          <p:cNvSpPr txBox="1">
            <a:spLocks noGrp="1"/>
          </p:cNvSpPr>
          <p:nvPr>
            <p:ph type="ctrTitle"/>
          </p:nvPr>
        </p:nvSpPr>
        <p:spPr>
          <a:xfrm>
            <a:off x="668901" y="682515"/>
            <a:ext cx="8000079" cy="6339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i="0" u="none" strike="noStrike" dirty="0">
                <a:solidFill>
                  <a:schemeClr val="tx1"/>
                </a:solidFill>
                <a:effectLst/>
                <a:latin typeface="Fredoka One" panose="020B0604020202020204" charset="0"/>
              </a:rPr>
              <a:t>HOW DO WE SELECT A PARTICULAR ELEMENT IN HTML?</a:t>
            </a:r>
            <a:endParaRPr sz="2000" dirty="0">
              <a:solidFill>
                <a:schemeClr val="tx1"/>
              </a:solidFill>
              <a:latin typeface="Fredoka One" panose="020B0604020202020204" charset="0"/>
            </a:endParaRPr>
          </a:p>
        </p:txBody>
      </p:sp>
      <p:sp>
        <p:nvSpPr>
          <p:cNvPr id="698" name="Google Shape;698;p47"/>
          <p:cNvSpPr/>
          <p:nvPr/>
        </p:nvSpPr>
        <p:spPr>
          <a:xfrm>
            <a:off x="8584335" y="4708090"/>
            <a:ext cx="273388" cy="224891"/>
          </a:xfrm>
          <a:custGeom>
            <a:avLst/>
            <a:gdLst/>
            <a:ahLst/>
            <a:cxnLst/>
            <a:rect l="l" t="t" r="r" b="b"/>
            <a:pathLst>
              <a:path w="2751" h="2263" extrusionOk="0">
                <a:moveTo>
                  <a:pt x="467" y="1"/>
                </a:moveTo>
                <a:lnTo>
                  <a:pt x="0" y="605"/>
                </a:lnTo>
                <a:lnTo>
                  <a:pt x="2508" y="2231"/>
                </a:lnTo>
                <a:cubicBezTo>
                  <a:pt x="2530" y="2253"/>
                  <a:pt x="2556" y="2262"/>
                  <a:pt x="2580" y="2262"/>
                </a:cubicBezTo>
                <a:cubicBezTo>
                  <a:pt x="2668" y="2262"/>
                  <a:pt x="2750" y="2146"/>
                  <a:pt x="2672" y="2067"/>
                </a:cubicBezTo>
                <a:lnTo>
                  <a:pt x="1437" y="303"/>
                </a:lnTo>
                <a:lnTo>
                  <a:pt x="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23" name="Google Shape;723;p47"/>
          <p:cNvGrpSpPr/>
          <p:nvPr/>
        </p:nvGrpSpPr>
        <p:grpSpPr>
          <a:xfrm>
            <a:off x="-168671" y="3229107"/>
            <a:ext cx="1206110" cy="2051481"/>
            <a:chOff x="0" y="1935955"/>
            <a:chExt cx="1933745" cy="3204719"/>
          </a:xfrm>
        </p:grpSpPr>
        <p:sp>
          <p:nvSpPr>
            <p:cNvPr id="724" name="Google Shape;724;p47"/>
            <p:cNvSpPr/>
            <p:nvPr/>
          </p:nvSpPr>
          <p:spPr>
            <a:xfrm>
              <a:off x="0" y="4957371"/>
              <a:ext cx="1423664" cy="183303"/>
            </a:xfrm>
            <a:custGeom>
              <a:avLst/>
              <a:gdLst/>
              <a:ahLst/>
              <a:cxnLst/>
              <a:rect l="l" t="t" r="r" b="b"/>
              <a:pathLst>
                <a:path w="13118" h="1689" extrusionOk="0">
                  <a:moveTo>
                    <a:pt x="6565" y="0"/>
                  </a:moveTo>
                  <a:cubicBezTo>
                    <a:pt x="2936" y="0"/>
                    <a:pt x="0" y="378"/>
                    <a:pt x="0" y="844"/>
                  </a:cubicBezTo>
                  <a:cubicBezTo>
                    <a:pt x="0" y="1311"/>
                    <a:pt x="2936" y="1689"/>
                    <a:pt x="6565" y="1689"/>
                  </a:cubicBezTo>
                  <a:cubicBezTo>
                    <a:pt x="10182" y="1689"/>
                    <a:pt x="13118" y="1311"/>
                    <a:pt x="13118" y="844"/>
                  </a:cubicBezTo>
                  <a:cubicBezTo>
                    <a:pt x="13118" y="378"/>
                    <a:pt x="10182" y="0"/>
                    <a:pt x="6565" y="0"/>
                  </a:cubicBezTo>
                  <a:close/>
                </a:path>
              </a:pathLst>
            </a:custGeom>
            <a:solidFill>
              <a:srgbClr val="000000">
                <a:alpha val="3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7"/>
            <p:cNvSpPr/>
            <p:nvPr/>
          </p:nvSpPr>
          <p:spPr>
            <a:xfrm>
              <a:off x="94311" y="3524152"/>
              <a:ext cx="631956" cy="1319803"/>
            </a:xfrm>
            <a:custGeom>
              <a:avLst/>
              <a:gdLst/>
              <a:ahLst/>
              <a:cxnLst/>
              <a:rect l="l" t="t" r="r" b="b"/>
              <a:pathLst>
                <a:path w="5823" h="12161" extrusionOk="0">
                  <a:moveTo>
                    <a:pt x="3088" y="0"/>
                  </a:moveTo>
                  <a:cubicBezTo>
                    <a:pt x="3088" y="0"/>
                    <a:pt x="3201" y="2470"/>
                    <a:pt x="3264" y="2785"/>
                  </a:cubicBezTo>
                  <a:cubicBezTo>
                    <a:pt x="3327" y="3088"/>
                    <a:pt x="3088" y="5595"/>
                    <a:pt x="3088" y="5595"/>
                  </a:cubicBezTo>
                  <a:lnTo>
                    <a:pt x="1" y="12160"/>
                  </a:lnTo>
                  <a:lnTo>
                    <a:pt x="858" y="12160"/>
                  </a:lnTo>
                  <a:cubicBezTo>
                    <a:pt x="858" y="12160"/>
                    <a:pt x="4134" y="7069"/>
                    <a:pt x="4336" y="6376"/>
                  </a:cubicBezTo>
                  <a:cubicBezTo>
                    <a:pt x="4537" y="5683"/>
                    <a:pt x="5822" y="2105"/>
                    <a:pt x="5822" y="2105"/>
                  </a:cubicBezTo>
                  <a:lnTo>
                    <a:pt x="3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7"/>
            <p:cNvSpPr/>
            <p:nvPr/>
          </p:nvSpPr>
          <p:spPr>
            <a:xfrm>
              <a:off x="429445" y="3524152"/>
              <a:ext cx="296823" cy="365195"/>
            </a:xfrm>
            <a:custGeom>
              <a:avLst/>
              <a:gdLst/>
              <a:ahLst/>
              <a:cxnLst/>
              <a:rect l="l" t="t" r="r" b="b"/>
              <a:pathLst>
                <a:path w="2735" h="3365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25" y="630"/>
                    <a:pt x="63" y="1286"/>
                  </a:cubicBezTo>
                  <a:cubicBezTo>
                    <a:pt x="164" y="1714"/>
                    <a:pt x="416" y="2080"/>
                    <a:pt x="769" y="2344"/>
                  </a:cubicBezTo>
                  <a:cubicBezTo>
                    <a:pt x="1109" y="2596"/>
                    <a:pt x="1663" y="2974"/>
                    <a:pt x="2281" y="3365"/>
                  </a:cubicBezTo>
                  <a:cubicBezTo>
                    <a:pt x="2533" y="2659"/>
                    <a:pt x="2734" y="2105"/>
                    <a:pt x="2734" y="210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95959">
                <a:alpha val="33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7"/>
            <p:cNvSpPr/>
            <p:nvPr/>
          </p:nvSpPr>
          <p:spPr>
            <a:xfrm>
              <a:off x="329599" y="2469804"/>
              <a:ext cx="448653" cy="1054453"/>
            </a:xfrm>
            <a:custGeom>
              <a:avLst/>
              <a:gdLst/>
              <a:ahLst/>
              <a:cxnLst/>
              <a:rect l="l" t="t" r="r" b="b"/>
              <a:pathLst>
                <a:path w="4134" h="9716" extrusionOk="0">
                  <a:moveTo>
                    <a:pt x="2004" y="0"/>
                  </a:moveTo>
                  <a:cubicBezTo>
                    <a:pt x="756" y="1021"/>
                    <a:pt x="0" y="2407"/>
                    <a:pt x="252" y="4284"/>
                  </a:cubicBezTo>
                  <a:cubicBezTo>
                    <a:pt x="504" y="6175"/>
                    <a:pt x="1109" y="7561"/>
                    <a:pt x="920" y="9715"/>
                  </a:cubicBezTo>
                  <a:lnTo>
                    <a:pt x="4133" y="9136"/>
                  </a:lnTo>
                  <a:cubicBezTo>
                    <a:pt x="4133" y="9136"/>
                    <a:pt x="3629" y="5519"/>
                    <a:pt x="3831" y="4095"/>
                  </a:cubicBezTo>
                  <a:cubicBezTo>
                    <a:pt x="4020" y="2684"/>
                    <a:pt x="4070" y="1600"/>
                    <a:pt x="3465" y="983"/>
                  </a:cubicBezTo>
                  <a:cubicBezTo>
                    <a:pt x="3037" y="567"/>
                    <a:pt x="2533" y="240"/>
                    <a:pt x="2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7"/>
            <p:cNvSpPr/>
            <p:nvPr/>
          </p:nvSpPr>
          <p:spPr>
            <a:xfrm>
              <a:off x="546981" y="2319384"/>
              <a:ext cx="210760" cy="266869"/>
            </a:xfrm>
            <a:custGeom>
              <a:avLst/>
              <a:gdLst/>
              <a:ahLst/>
              <a:cxnLst/>
              <a:rect l="l" t="t" r="r" b="b"/>
              <a:pathLst>
                <a:path w="1942" h="2459" extrusionOk="0">
                  <a:moveTo>
                    <a:pt x="127" y="0"/>
                  </a:moveTo>
                  <a:lnTo>
                    <a:pt x="127" y="0"/>
                  </a:lnTo>
                  <a:cubicBezTo>
                    <a:pt x="127" y="0"/>
                    <a:pt x="593" y="832"/>
                    <a:pt x="1" y="1386"/>
                  </a:cubicBezTo>
                  <a:cubicBezTo>
                    <a:pt x="616" y="2276"/>
                    <a:pt x="1013" y="2459"/>
                    <a:pt x="1236" y="2459"/>
                  </a:cubicBezTo>
                  <a:cubicBezTo>
                    <a:pt x="1392" y="2459"/>
                    <a:pt x="1462" y="2369"/>
                    <a:pt x="1462" y="2369"/>
                  </a:cubicBezTo>
                  <a:cubicBezTo>
                    <a:pt x="1261" y="1903"/>
                    <a:pt x="1475" y="1374"/>
                    <a:pt x="1941" y="117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7"/>
            <p:cNvSpPr/>
            <p:nvPr/>
          </p:nvSpPr>
          <p:spPr>
            <a:xfrm>
              <a:off x="422499" y="1935955"/>
              <a:ext cx="563366" cy="471226"/>
            </a:xfrm>
            <a:custGeom>
              <a:avLst/>
              <a:gdLst/>
              <a:ahLst/>
              <a:cxnLst/>
              <a:rect l="l" t="t" r="r" b="b"/>
              <a:pathLst>
                <a:path w="5191" h="4342" extrusionOk="0">
                  <a:moveTo>
                    <a:pt x="3885" y="1"/>
                  </a:moveTo>
                  <a:cubicBezTo>
                    <a:pt x="3833" y="1"/>
                    <a:pt x="3781" y="14"/>
                    <a:pt x="3731" y="43"/>
                  </a:cubicBezTo>
                  <a:cubicBezTo>
                    <a:pt x="3077" y="421"/>
                    <a:pt x="2665" y="527"/>
                    <a:pt x="2370" y="527"/>
                  </a:cubicBezTo>
                  <a:cubicBezTo>
                    <a:pt x="1987" y="527"/>
                    <a:pt x="1800" y="348"/>
                    <a:pt x="1534" y="348"/>
                  </a:cubicBezTo>
                  <a:cubicBezTo>
                    <a:pt x="1499" y="348"/>
                    <a:pt x="1463" y="351"/>
                    <a:pt x="1425" y="358"/>
                  </a:cubicBezTo>
                  <a:cubicBezTo>
                    <a:pt x="870" y="458"/>
                    <a:pt x="883" y="1265"/>
                    <a:pt x="883" y="1265"/>
                  </a:cubicBezTo>
                  <a:cubicBezTo>
                    <a:pt x="831" y="1251"/>
                    <a:pt x="783" y="1244"/>
                    <a:pt x="738" y="1244"/>
                  </a:cubicBezTo>
                  <a:cubicBezTo>
                    <a:pt x="1" y="1244"/>
                    <a:pt x="314" y="3117"/>
                    <a:pt x="694" y="3533"/>
                  </a:cubicBezTo>
                  <a:cubicBezTo>
                    <a:pt x="1059" y="3932"/>
                    <a:pt x="1135" y="4341"/>
                    <a:pt x="1360" y="4341"/>
                  </a:cubicBezTo>
                  <a:cubicBezTo>
                    <a:pt x="1384" y="4341"/>
                    <a:pt x="1410" y="4337"/>
                    <a:pt x="1438" y="4327"/>
                  </a:cubicBezTo>
                  <a:cubicBezTo>
                    <a:pt x="1438" y="4327"/>
                    <a:pt x="1942" y="2235"/>
                    <a:pt x="3630" y="2097"/>
                  </a:cubicBezTo>
                  <a:cubicBezTo>
                    <a:pt x="5191" y="1980"/>
                    <a:pt x="4523" y="1"/>
                    <a:pt x="3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7"/>
            <p:cNvSpPr/>
            <p:nvPr/>
          </p:nvSpPr>
          <p:spPr>
            <a:xfrm>
              <a:off x="541663" y="2132282"/>
              <a:ext cx="336435" cy="324063"/>
            </a:xfrm>
            <a:custGeom>
              <a:avLst/>
              <a:gdLst/>
              <a:ahLst/>
              <a:cxnLst/>
              <a:rect l="l" t="t" r="r" b="b"/>
              <a:pathLst>
                <a:path w="3100" h="2986" extrusionOk="0">
                  <a:moveTo>
                    <a:pt x="2224" y="1"/>
                  </a:moveTo>
                  <a:cubicBezTo>
                    <a:pt x="2069" y="1"/>
                    <a:pt x="1857" y="65"/>
                    <a:pt x="1587" y="288"/>
                  </a:cubicBezTo>
                  <a:cubicBezTo>
                    <a:pt x="1380" y="454"/>
                    <a:pt x="1190" y="511"/>
                    <a:pt x="1030" y="511"/>
                  </a:cubicBezTo>
                  <a:cubicBezTo>
                    <a:pt x="692" y="511"/>
                    <a:pt x="478" y="262"/>
                    <a:pt x="478" y="262"/>
                  </a:cubicBezTo>
                  <a:lnTo>
                    <a:pt x="478" y="1132"/>
                  </a:lnTo>
                  <a:cubicBezTo>
                    <a:pt x="459" y="1074"/>
                    <a:pt x="378" y="1034"/>
                    <a:pt x="291" y="1034"/>
                  </a:cubicBezTo>
                  <a:cubicBezTo>
                    <a:pt x="153" y="1034"/>
                    <a:pt x="0" y="1135"/>
                    <a:pt x="62" y="1422"/>
                  </a:cubicBezTo>
                  <a:cubicBezTo>
                    <a:pt x="132" y="1789"/>
                    <a:pt x="295" y="1828"/>
                    <a:pt x="361" y="1828"/>
                  </a:cubicBezTo>
                  <a:cubicBezTo>
                    <a:pt x="379" y="1828"/>
                    <a:pt x="390" y="1825"/>
                    <a:pt x="390" y="1825"/>
                  </a:cubicBezTo>
                  <a:lnTo>
                    <a:pt x="390" y="2442"/>
                  </a:lnTo>
                  <a:cubicBezTo>
                    <a:pt x="426" y="2820"/>
                    <a:pt x="1424" y="2986"/>
                    <a:pt x="2048" y="2986"/>
                  </a:cubicBezTo>
                  <a:cubicBezTo>
                    <a:pt x="2299" y="2986"/>
                    <a:pt x="2489" y="2959"/>
                    <a:pt x="2532" y="2909"/>
                  </a:cubicBezTo>
                  <a:cubicBezTo>
                    <a:pt x="2696" y="2732"/>
                    <a:pt x="2532" y="1787"/>
                    <a:pt x="2532" y="1787"/>
                  </a:cubicBezTo>
                  <a:lnTo>
                    <a:pt x="3099" y="1598"/>
                  </a:lnTo>
                  <a:cubicBezTo>
                    <a:pt x="2734" y="1233"/>
                    <a:pt x="2545" y="124"/>
                    <a:pt x="2545" y="124"/>
                  </a:cubicBezTo>
                  <a:cubicBezTo>
                    <a:pt x="2545" y="124"/>
                    <a:pt x="2439" y="1"/>
                    <a:pt x="2224" y="1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7"/>
            <p:cNvSpPr/>
            <p:nvPr/>
          </p:nvSpPr>
          <p:spPr>
            <a:xfrm>
              <a:off x="429445" y="3461206"/>
              <a:ext cx="826003" cy="1363540"/>
            </a:xfrm>
            <a:custGeom>
              <a:avLst/>
              <a:gdLst/>
              <a:ahLst/>
              <a:cxnLst/>
              <a:rect l="l" t="t" r="r" b="b"/>
              <a:pathLst>
                <a:path w="7611" h="12564" extrusionOk="0">
                  <a:moveTo>
                    <a:pt x="3201" y="1"/>
                  </a:moveTo>
                  <a:lnTo>
                    <a:pt x="0" y="580"/>
                  </a:lnTo>
                  <a:cubicBezTo>
                    <a:pt x="38" y="1399"/>
                    <a:pt x="428" y="2156"/>
                    <a:pt x="1071" y="2647"/>
                  </a:cubicBezTo>
                  <a:cubicBezTo>
                    <a:pt x="2142" y="3441"/>
                    <a:pt x="5129" y="5709"/>
                    <a:pt x="5129" y="5709"/>
                  </a:cubicBezTo>
                  <a:cubicBezTo>
                    <a:pt x="5129" y="5709"/>
                    <a:pt x="5910" y="12564"/>
                    <a:pt x="5922" y="12564"/>
                  </a:cubicBezTo>
                  <a:cubicBezTo>
                    <a:pt x="5935" y="12564"/>
                    <a:pt x="6590" y="12438"/>
                    <a:pt x="6590" y="12438"/>
                  </a:cubicBezTo>
                  <a:cubicBezTo>
                    <a:pt x="6590" y="12438"/>
                    <a:pt x="7611" y="5596"/>
                    <a:pt x="7057" y="4827"/>
                  </a:cubicBezTo>
                  <a:cubicBezTo>
                    <a:pt x="6515" y="4046"/>
                    <a:pt x="3201" y="1"/>
                    <a:pt x="3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7"/>
            <p:cNvSpPr/>
            <p:nvPr/>
          </p:nvSpPr>
          <p:spPr>
            <a:xfrm>
              <a:off x="61535" y="4842440"/>
              <a:ext cx="352497" cy="206636"/>
            </a:xfrm>
            <a:custGeom>
              <a:avLst/>
              <a:gdLst/>
              <a:ahLst/>
              <a:cxnLst/>
              <a:rect l="l" t="t" r="r" b="b"/>
              <a:pathLst>
                <a:path w="3248" h="1904" extrusionOk="0">
                  <a:moveTo>
                    <a:pt x="303" y="1"/>
                  </a:moveTo>
                  <a:lnTo>
                    <a:pt x="0" y="1046"/>
                  </a:lnTo>
                  <a:lnTo>
                    <a:pt x="1626" y="1903"/>
                  </a:lnTo>
                  <a:lnTo>
                    <a:pt x="3100" y="1903"/>
                  </a:lnTo>
                  <a:cubicBezTo>
                    <a:pt x="3104" y="1904"/>
                    <a:pt x="3108" y="1904"/>
                    <a:pt x="3112" y="1904"/>
                  </a:cubicBezTo>
                  <a:cubicBezTo>
                    <a:pt x="3216" y="1904"/>
                    <a:pt x="3248" y="1738"/>
                    <a:pt x="3138" y="1689"/>
                  </a:cubicBezTo>
                  <a:lnTo>
                    <a:pt x="1437" y="820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7"/>
            <p:cNvSpPr/>
            <p:nvPr/>
          </p:nvSpPr>
          <p:spPr>
            <a:xfrm>
              <a:off x="1072147" y="4809665"/>
              <a:ext cx="440405" cy="177660"/>
            </a:xfrm>
            <a:custGeom>
              <a:avLst/>
              <a:gdLst/>
              <a:ahLst/>
              <a:cxnLst/>
              <a:rect l="l" t="t" r="r" b="b"/>
              <a:pathLst>
                <a:path w="4058" h="1637" extrusionOk="0">
                  <a:moveTo>
                    <a:pt x="3894" y="0"/>
                  </a:moveTo>
                  <a:lnTo>
                    <a:pt x="1109" y="139"/>
                  </a:lnTo>
                  <a:lnTo>
                    <a:pt x="681" y="13"/>
                  </a:lnTo>
                  <a:lnTo>
                    <a:pt x="0" y="139"/>
                  </a:lnTo>
                  <a:lnTo>
                    <a:pt x="0" y="1273"/>
                  </a:lnTo>
                  <a:cubicBezTo>
                    <a:pt x="0" y="1480"/>
                    <a:pt x="179" y="1636"/>
                    <a:pt x="376" y="1636"/>
                  </a:cubicBezTo>
                  <a:cubicBezTo>
                    <a:pt x="418" y="1636"/>
                    <a:pt x="462" y="1629"/>
                    <a:pt x="504" y="1613"/>
                  </a:cubicBezTo>
                  <a:lnTo>
                    <a:pt x="3945" y="214"/>
                  </a:lnTo>
                  <a:cubicBezTo>
                    <a:pt x="4058" y="177"/>
                    <a:pt x="4020" y="0"/>
                    <a:pt x="3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7"/>
            <p:cNvSpPr/>
            <p:nvPr/>
          </p:nvSpPr>
          <p:spPr>
            <a:xfrm>
              <a:off x="641400" y="2067057"/>
              <a:ext cx="1292345" cy="2146457"/>
            </a:xfrm>
            <a:custGeom>
              <a:avLst/>
              <a:gdLst/>
              <a:ahLst/>
              <a:cxnLst/>
              <a:rect l="l" t="t" r="r" b="b"/>
              <a:pathLst>
                <a:path w="11908" h="19778" extrusionOk="0">
                  <a:moveTo>
                    <a:pt x="7022" y="1"/>
                  </a:moveTo>
                  <a:cubicBezTo>
                    <a:pt x="6747" y="1"/>
                    <a:pt x="6477" y="11"/>
                    <a:pt x="6212" y="32"/>
                  </a:cubicBezTo>
                  <a:cubicBezTo>
                    <a:pt x="4108" y="170"/>
                    <a:pt x="2546" y="712"/>
                    <a:pt x="1500" y="1657"/>
                  </a:cubicBezTo>
                  <a:cubicBezTo>
                    <a:pt x="466" y="2577"/>
                    <a:pt x="0" y="3862"/>
                    <a:pt x="114" y="5513"/>
                  </a:cubicBezTo>
                  <a:cubicBezTo>
                    <a:pt x="177" y="6357"/>
                    <a:pt x="391" y="7101"/>
                    <a:pt x="781" y="7743"/>
                  </a:cubicBezTo>
                  <a:cubicBezTo>
                    <a:pt x="1159" y="8386"/>
                    <a:pt x="1777" y="9054"/>
                    <a:pt x="2646" y="9760"/>
                  </a:cubicBezTo>
                  <a:lnTo>
                    <a:pt x="3516" y="10440"/>
                  </a:lnTo>
                  <a:cubicBezTo>
                    <a:pt x="4146" y="10931"/>
                    <a:pt x="4549" y="11335"/>
                    <a:pt x="4763" y="11650"/>
                  </a:cubicBezTo>
                  <a:cubicBezTo>
                    <a:pt x="4965" y="11952"/>
                    <a:pt x="5078" y="12305"/>
                    <a:pt x="5104" y="12696"/>
                  </a:cubicBezTo>
                  <a:lnTo>
                    <a:pt x="5141" y="13275"/>
                  </a:lnTo>
                  <a:lnTo>
                    <a:pt x="9804" y="12948"/>
                  </a:lnTo>
                  <a:lnTo>
                    <a:pt x="9753" y="12318"/>
                  </a:lnTo>
                  <a:cubicBezTo>
                    <a:pt x="9703" y="11612"/>
                    <a:pt x="9514" y="10994"/>
                    <a:pt x="9199" y="10478"/>
                  </a:cubicBezTo>
                  <a:cubicBezTo>
                    <a:pt x="8871" y="9949"/>
                    <a:pt x="8229" y="9293"/>
                    <a:pt x="7258" y="8512"/>
                  </a:cubicBezTo>
                  <a:lnTo>
                    <a:pt x="6376" y="7819"/>
                  </a:lnTo>
                  <a:cubicBezTo>
                    <a:pt x="5860" y="7403"/>
                    <a:pt x="5469" y="7013"/>
                    <a:pt x="5217" y="6635"/>
                  </a:cubicBezTo>
                  <a:cubicBezTo>
                    <a:pt x="4965" y="6257"/>
                    <a:pt x="4814" y="5866"/>
                    <a:pt x="4789" y="5463"/>
                  </a:cubicBezTo>
                  <a:cubicBezTo>
                    <a:pt x="4751" y="4870"/>
                    <a:pt x="4927" y="4379"/>
                    <a:pt x="5318" y="4014"/>
                  </a:cubicBezTo>
                  <a:cubicBezTo>
                    <a:pt x="5696" y="3648"/>
                    <a:pt x="6263" y="3434"/>
                    <a:pt x="7006" y="3384"/>
                  </a:cubicBezTo>
                  <a:cubicBezTo>
                    <a:pt x="7131" y="3374"/>
                    <a:pt x="7259" y="3370"/>
                    <a:pt x="7388" y="3370"/>
                  </a:cubicBezTo>
                  <a:cubicBezTo>
                    <a:pt x="7978" y="3370"/>
                    <a:pt x="8616" y="3465"/>
                    <a:pt x="9287" y="3661"/>
                  </a:cubicBezTo>
                  <a:cubicBezTo>
                    <a:pt x="10119" y="3888"/>
                    <a:pt x="10988" y="4253"/>
                    <a:pt x="11908" y="4757"/>
                  </a:cubicBezTo>
                  <a:lnTo>
                    <a:pt x="11631" y="712"/>
                  </a:lnTo>
                  <a:cubicBezTo>
                    <a:pt x="10560" y="422"/>
                    <a:pt x="9589" y="221"/>
                    <a:pt x="8720" y="107"/>
                  </a:cubicBezTo>
                  <a:cubicBezTo>
                    <a:pt x="8140" y="40"/>
                    <a:pt x="7572" y="1"/>
                    <a:pt x="7022" y="1"/>
                  </a:cubicBezTo>
                  <a:close/>
                  <a:moveTo>
                    <a:pt x="9930" y="14850"/>
                  </a:moveTo>
                  <a:lnTo>
                    <a:pt x="5280" y="15178"/>
                  </a:lnTo>
                  <a:lnTo>
                    <a:pt x="5595" y="19777"/>
                  </a:lnTo>
                  <a:lnTo>
                    <a:pt x="10257" y="19450"/>
                  </a:lnTo>
                  <a:lnTo>
                    <a:pt x="9930" y="148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7"/>
            <p:cNvSpPr/>
            <p:nvPr/>
          </p:nvSpPr>
          <p:spPr>
            <a:xfrm>
              <a:off x="1197931" y="3267049"/>
              <a:ext cx="227148" cy="154543"/>
            </a:xfrm>
            <a:custGeom>
              <a:avLst/>
              <a:gdLst/>
              <a:ahLst/>
              <a:cxnLst/>
              <a:rect l="l" t="t" r="r" b="b"/>
              <a:pathLst>
                <a:path w="2093" h="1424" extrusionOk="0">
                  <a:moveTo>
                    <a:pt x="139" y="0"/>
                  </a:moveTo>
                  <a:lnTo>
                    <a:pt x="1" y="656"/>
                  </a:lnTo>
                  <a:cubicBezTo>
                    <a:pt x="1" y="656"/>
                    <a:pt x="1009" y="1423"/>
                    <a:pt x="1630" y="1423"/>
                  </a:cubicBezTo>
                  <a:cubicBezTo>
                    <a:pt x="1863" y="1423"/>
                    <a:pt x="2041" y="1316"/>
                    <a:pt x="2092" y="1021"/>
                  </a:cubicBezTo>
                  <a:cubicBezTo>
                    <a:pt x="1790" y="656"/>
                    <a:pt x="139" y="0"/>
                    <a:pt x="139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7"/>
            <p:cNvSpPr/>
            <p:nvPr/>
          </p:nvSpPr>
          <p:spPr>
            <a:xfrm>
              <a:off x="438995" y="2612409"/>
              <a:ext cx="774127" cy="725832"/>
            </a:xfrm>
            <a:custGeom>
              <a:avLst/>
              <a:gdLst/>
              <a:ahLst/>
              <a:cxnLst/>
              <a:rect l="l" t="t" r="r" b="b"/>
              <a:pathLst>
                <a:path w="7133" h="6688" extrusionOk="0">
                  <a:moveTo>
                    <a:pt x="1098" y="1"/>
                  </a:moveTo>
                  <a:cubicBezTo>
                    <a:pt x="982" y="1"/>
                    <a:pt x="863" y="31"/>
                    <a:pt x="744" y="97"/>
                  </a:cubicBezTo>
                  <a:cubicBezTo>
                    <a:pt x="0" y="513"/>
                    <a:pt x="2558" y="5226"/>
                    <a:pt x="2558" y="5226"/>
                  </a:cubicBezTo>
                  <a:lnTo>
                    <a:pt x="6994" y="6688"/>
                  </a:lnTo>
                  <a:lnTo>
                    <a:pt x="7132" y="6032"/>
                  </a:lnTo>
                  <a:lnTo>
                    <a:pt x="3554" y="4205"/>
                  </a:lnTo>
                  <a:cubicBezTo>
                    <a:pt x="3554" y="4205"/>
                    <a:pt x="2462" y="1"/>
                    <a:pt x="1098" y="1"/>
                  </a:cubicBezTo>
                  <a:close/>
                </a:path>
              </a:pathLst>
            </a:custGeom>
            <a:solidFill>
              <a:srgbClr val="CDAA0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7"/>
            <p:cNvSpPr/>
            <p:nvPr/>
          </p:nvSpPr>
          <p:spPr>
            <a:xfrm rot="2098739" flipH="1">
              <a:off x="750549" y="2251457"/>
              <a:ext cx="55890" cy="69461"/>
            </a:xfrm>
            <a:custGeom>
              <a:avLst/>
              <a:gdLst/>
              <a:ahLst/>
              <a:cxnLst/>
              <a:rect l="l" t="t" r="r" b="b"/>
              <a:pathLst>
                <a:path w="374" h="365" extrusionOk="0">
                  <a:moveTo>
                    <a:pt x="374" y="1"/>
                  </a:moveTo>
                  <a:lnTo>
                    <a:pt x="0" y="247"/>
                  </a:lnTo>
                  <a:lnTo>
                    <a:pt x="241" y="365"/>
                  </a:lnTo>
                  <a:lnTo>
                    <a:pt x="3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7"/>
            <p:cNvSpPr/>
            <p:nvPr/>
          </p:nvSpPr>
          <p:spPr>
            <a:xfrm rot="2989867" flipH="1">
              <a:off x="673052" y="2345134"/>
              <a:ext cx="62273" cy="29878"/>
            </a:xfrm>
            <a:custGeom>
              <a:avLst/>
              <a:gdLst/>
              <a:ahLst/>
              <a:cxnLst/>
              <a:rect l="l" t="t" r="r" b="b"/>
              <a:pathLst>
                <a:path w="569" h="273" extrusionOk="0">
                  <a:moveTo>
                    <a:pt x="11" y="1"/>
                  </a:moveTo>
                  <a:lnTo>
                    <a:pt x="11" y="1"/>
                  </a:lnTo>
                  <a:cubicBezTo>
                    <a:pt x="11" y="1"/>
                    <a:pt x="0" y="180"/>
                    <a:pt x="221" y="257"/>
                  </a:cubicBezTo>
                  <a:cubicBezTo>
                    <a:pt x="254" y="267"/>
                    <a:pt x="287" y="273"/>
                    <a:pt x="321" y="273"/>
                  </a:cubicBezTo>
                  <a:cubicBezTo>
                    <a:pt x="416" y="273"/>
                    <a:pt x="508" y="230"/>
                    <a:pt x="569" y="154"/>
                  </a:cubicBezTo>
                  <a:lnTo>
                    <a:pt x="569" y="154"/>
                  </a:lnTo>
                  <a:cubicBezTo>
                    <a:pt x="569" y="155"/>
                    <a:pt x="528" y="190"/>
                    <a:pt x="333" y="190"/>
                  </a:cubicBezTo>
                  <a:cubicBezTo>
                    <a:pt x="139" y="190"/>
                    <a:pt x="11" y="1"/>
                    <a:pt x="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1499;p18">
            <a:extLst>
              <a:ext uri="{FF2B5EF4-FFF2-40B4-BE49-F238E27FC236}">
                <a16:creationId xmlns:a16="http://schemas.microsoft.com/office/drawing/2014/main" id="{453EDBBE-D3DC-4CBB-AB81-FCAEB943E4FB}"/>
              </a:ext>
            </a:extLst>
          </p:cNvPr>
          <p:cNvGrpSpPr/>
          <p:nvPr/>
        </p:nvGrpSpPr>
        <p:grpSpPr>
          <a:xfrm>
            <a:off x="2441150" y="1534921"/>
            <a:ext cx="3056198" cy="2870904"/>
            <a:chOff x="3049525" y="1906225"/>
            <a:chExt cx="1724425" cy="1619875"/>
          </a:xfrm>
        </p:grpSpPr>
        <p:sp>
          <p:nvSpPr>
            <p:cNvPr id="48" name="Google Shape;1501;p18">
              <a:extLst>
                <a:ext uri="{FF2B5EF4-FFF2-40B4-BE49-F238E27FC236}">
                  <a16:creationId xmlns:a16="http://schemas.microsoft.com/office/drawing/2014/main" id="{56B86FCA-161B-4359-B1E2-54E0B674CA4D}"/>
                </a:ext>
              </a:extLst>
            </p:cNvPr>
            <p:cNvSpPr/>
            <p:nvPr/>
          </p:nvSpPr>
          <p:spPr>
            <a:xfrm>
              <a:off x="3049525" y="2137400"/>
              <a:ext cx="1157550" cy="1157525"/>
            </a:xfrm>
            <a:custGeom>
              <a:avLst/>
              <a:gdLst/>
              <a:ahLst/>
              <a:cxnLst/>
              <a:rect l="l" t="t" r="r" b="b"/>
              <a:pathLst>
                <a:path w="46302" h="46301" extrusionOk="0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502;p18">
              <a:extLst>
                <a:ext uri="{FF2B5EF4-FFF2-40B4-BE49-F238E27FC236}">
                  <a16:creationId xmlns:a16="http://schemas.microsoft.com/office/drawing/2014/main" id="{487057CE-433E-43D8-A601-D7B3D35C8A86}"/>
                </a:ext>
              </a:extLst>
            </p:cNvPr>
            <p:cNvSpPr/>
            <p:nvPr/>
          </p:nvSpPr>
          <p:spPr>
            <a:xfrm>
              <a:off x="3078025" y="2215575"/>
              <a:ext cx="1099750" cy="1001175"/>
            </a:xfrm>
            <a:custGeom>
              <a:avLst/>
              <a:gdLst/>
              <a:ahLst/>
              <a:cxnLst/>
              <a:rect l="l" t="t" r="r" b="b"/>
              <a:pathLst>
                <a:path w="43990" h="40047" extrusionOk="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03;p18">
              <a:extLst>
                <a:ext uri="{FF2B5EF4-FFF2-40B4-BE49-F238E27FC236}">
                  <a16:creationId xmlns:a16="http://schemas.microsoft.com/office/drawing/2014/main" id="{1D201A09-6D6D-4D35-9B82-3A6401FF0BA6}"/>
                </a:ext>
              </a:extLst>
            </p:cNvPr>
            <p:cNvSpPr/>
            <p:nvPr/>
          </p:nvSpPr>
          <p:spPr>
            <a:xfrm>
              <a:off x="4361425" y="2372550"/>
              <a:ext cx="47525" cy="47525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04;p18">
              <a:extLst>
                <a:ext uri="{FF2B5EF4-FFF2-40B4-BE49-F238E27FC236}">
                  <a16:creationId xmlns:a16="http://schemas.microsoft.com/office/drawing/2014/main" id="{2386E35C-5DFC-4E04-BBD6-D880D1303B8D}"/>
                </a:ext>
              </a:extLst>
            </p:cNvPr>
            <p:cNvSpPr/>
            <p:nvPr/>
          </p:nvSpPr>
          <p:spPr>
            <a:xfrm>
              <a:off x="4247425" y="2319500"/>
              <a:ext cx="213775" cy="213800"/>
            </a:xfrm>
            <a:custGeom>
              <a:avLst/>
              <a:gdLst/>
              <a:ahLst/>
              <a:cxnLst/>
              <a:rect l="l" t="t" r="r" b="b"/>
              <a:pathLst>
                <a:path w="8551" h="8552" extrusionOk="0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05;p18">
              <a:extLst>
                <a:ext uri="{FF2B5EF4-FFF2-40B4-BE49-F238E27FC236}">
                  <a16:creationId xmlns:a16="http://schemas.microsoft.com/office/drawing/2014/main" id="{82E63ADB-EF43-499F-84AF-6CE073B11057}"/>
                </a:ext>
              </a:extLst>
            </p:cNvPr>
            <p:cNvSpPr/>
            <p:nvPr/>
          </p:nvSpPr>
          <p:spPr>
            <a:xfrm>
              <a:off x="4241875" y="24976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06;p18">
              <a:extLst>
                <a:ext uri="{FF2B5EF4-FFF2-40B4-BE49-F238E27FC236}">
                  <a16:creationId xmlns:a16="http://schemas.microsoft.com/office/drawing/2014/main" id="{B9522C1E-637D-46B9-9F3A-64DDF161B785}"/>
                </a:ext>
              </a:extLst>
            </p:cNvPr>
            <p:cNvSpPr/>
            <p:nvPr/>
          </p:nvSpPr>
          <p:spPr>
            <a:xfrm>
              <a:off x="4237925" y="2484975"/>
              <a:ext cx="33275" cy="32475"/>
            </a:xfrm>
            <a:custGeom>
              <a:avLst/>
              <a:gdLst/>
              <a:ahLst/>
              <a:cxnLst/>
              <a:rect l="l" t="t" r="r" b="b"/>
              <a:pathLst>
                <a:path w="1331" h="1299" extrusionOk="0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507;p18">
              <a:extLst>
                <a:ext uri="{FF2B5EF4-FFF2-40B4-BE49-F238E27FC236}">
                  <a16:creationId xmlns:a16="http://schemas.microsoft.com/office/drawing/2014/main" id="{BAB91A8F-2F1F-40CF-88F1-BBA7AB06768F}"/>
                </a:ext>
              </a:extLst>
            </p:cNvPr>
            <p:cNvSpPr/>
            <p:nvPr/>
          </p:nvSpPr>
          <p:spPr>
            <a:xfrm>
              <a:off x="4264050" y="2510300"/>
              <a:ext cx="32475" cy="32500"/>
            </a:xfrm>
            <a:custGeom>
              <a:avLst/>
              <a:gdLst/>
              <a:ahLst/>
              <a:cxnLst/>
              <a:rect l="l" t="t" r="r" b="b"/>
              <a:pathLst>
                <a:path w="1299" h="1300" extrusionOk="0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514;p18">
              <a:extLst>
                <a:ext uri="{FF2B5EF4-FFF2-40B4-BE49-F238E27FC236}">
                  <a16:creationId xmlns:a16="http://schemas.microsoft.com/office/drawing/2014/main" id="{317B6DA3-0EE7-4324-99DF-5200AA1ACAFC}"/>
                </a:ext>
              </a:extLst>
            </p:cNvPr>
            <p:cNvSpPr/>
            <p:nvPr/>
          </p:nvSpPr>
          <p:spPr>
            <a:xfrm>
              <a:off x="4222875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515;p18">
              <a:extLst>
                <a:ext uri="{FF2B5EF4-FFF2-40B4-BE49-F238E27FC236}">
                  <a16:creationId xmlns:a16="http://schemas.microsoft.com/office/drawing/2014/main" id="{22F645DF-9D5E-47A0-8753-44C77BA7986E}"/>
                </a:ext>
              </a:extLst>
            </p:cNvPr>
            <p:cNvSpPr/>
            <p:nvPr/>
          </p:nvSpPr>
          <p:spPr>
            <a:xfrm>
              <a:off x="4224450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516;p18">
              <a:extLst>
                <a:ext uri="{FF2B5EF4-FFF2-40B4-BE49-F238E27FC236}">
                  <a16:creationId xmlns:a16="http://schemas.microsoft.com/office/drawing/2014/main" id="{789E1E2F-3EAB-4144-A196-678A57ED0048}"/>
                </a:ext>
              </a:extLst>
            </p:cNvPr>
            <p:cNvSpPr/>
            <p:nvPr/>
          </p:nvSpPr>
          <p:spPr>
            <a:xfrm>
              <a:off x="423317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17;p18">
              <a:extLst>
                <a:ext uri="{FF2B5EF4-FFF2-40B4-BE49-F238E27FC236}">
                  <a16:creationId xmlns:a16="http://schemas.microsoft.com/office/drawing/2014/main" id="{CF306433-1B29-485B-A330-98C4F845A6AE}"/>
                </a:ext>
              </a:extLst>
            </p:cNvPr>
            <p:cNvSpPr/>
            <p:nvPr/>
          </p:nvSpPr>
          <p:spPr>
            <a:xfrm>
              <a:off x="4436650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18;p18">
              <a:extLst>
                <a:ext uri="{FF2B5EF4-FFF2-40B4-BE49-F238E27FC236}">
                  <a16:creationId xmlns:a16="http://schemas.microsoft.com/office/drawing/2014/main" id="{4121346E-7C6F-454A-91E6-ED638D2B0B06}"/>
                </a:ext>
              </a:extLst>
            </p:cNvPr>
            <p:cNvSpPr/>
            <p:nvPr/>
          </p:nvSpPr>
          <p:spPr>
            <a:xfrm>
              <a:off x="4437425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19;p18">
              <a:extLst>
                <a:ext uri="{FF2B5EF4-FFF2-40B4-BE49-F238E27FC236}">
                  <a16:creationId xmlns:a16="http://schemas.microsoft.com/office/drawing/2014/main" id="{07CB6E96-2CCD-425D-809C-AC73C9345BE7}"/>
                </a:ext>
              </a:extLst>
            </p:cNvPr>
            <p:cNvSpPr/>
            <p:nvPr/>
          </p:nvSpPr>
          <p:spPr>
            <a:xfrm>
              <a:off x="442872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20;p18">
              <a:extLst>
                <a:ext uri="{FF2B5EF4-FFF2-40B4-BE49-F238E27FC236}">
                  <a16:creationId xmlns:a16="http://schemas.microsoft.com/office/drawing/2014/main" id="{2C9754DA-0A12-48C9-8233-C48059FF9233}"/>
                </a:ext>
              </a:extLst>
            </p:cNvPr>
            <p:cNvSpPr/>
            <p:nvPr/>
          </p:nvSpPr>
          <p:spPr>
            <a:xfrm>
              <a:off x="4317100" y="3095400"/>
              <a:ext cx="67300" cy="12675"/>
            </a:xfrm>
            <a:custGeom>
              <a:avLst/>
              <a:gdLst/>
              <a:ahLst/>
              <a:cxnLst/>
              <a:rect l="l" t="t" r="r" b="b"/>
              <a:pathLst>
                <a:path w="2692" h="507" extrusionOk="0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521;p18">
              <a:extLst>
                <a:ext uri="{FF2B5EF4-FFF2-40B4-BE49-F238E27FC236}">
                  <a16:creationId xmlns:a16="http://schemas.microsoft.com/office/drawing/2014/main" id="{B9FEC6F3-83E2-4898-AB05-AB10A0061017}"/>
                </a:ext>
              </a:extLst>
            </p:cNvPr>
            <p:cNvSpPr/>
            <p:nvPr/>
          </p:nvSpPr>
          <p:spPr>
            <a:xfrm>
              <a:off x="4328175" y="3116775"/>
              <a:ext cx="46725" cy="12675"/>
            </a:xfrm>
            <a:custGeom>
              <a:avLst/>
              <a:gdLst/>
              <a:ahLst/>
              <a:cxnLst/>
              <a:rect l="l" t="t" r="r" b="b"/>
              <a:pathLst>
                <a:path w="1869" h="507" extrusionOk="0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522;p18">
              <a:extLst>
                <a:ext uri="{FF2B5EF4-FFF2-40B4-BE49-F238E27FC236}">
                  <a16:creationId xmlns:a16="http://schemas.microsoft.com/office/drawing/2014/main" id="{57991D67-09B9-44DE-87B3-C7847E55C03F}"/>
                </a:ext>
              </a:extLst>
            </p:cNvPr>
            <p:cNvSpPr/>
            <p:nvPr/>
          </p:nvSpPr>
          <p:spPr>
            <a:xfrm>
              <a:off x="4272750" y="2907750"/>
              <a:ext cx="156000" cy="182125"/>
            </a:xfrm>
            <a:custGeom>
              <a:avLst/>
              <a:gdLst/>
              <a:ahLst/>
              <a:cxnLst/>
              <a:rect l="l" t="t" r="r" b="b"/>
              <a:pathLst>
                <a:path w="6240" h="7285" extrusionOk="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523;p18">
              <a:extLst>
                <a:ext uri="{FF2B5EF4-FFF2-40B4-BE49-F238E27FC236}">
                  <a16:creationId xmlns:a16="http://schemas.microsoft.com/office/drawing/2014/main" id="{41CDA1CB-AA9B-4666-82F7-EE69508CEBEB}"/>
                </a:ext>
              </a:extLst>
            </p:cNvPr>
            <p:cNvSpPr/>
            <p:nvPr/>
          </p:nvSpPr>
          <p:spPr>
            <a:xfrm>
              <a:off x="4290175" y="2941150"/>
              <a:ext cx="42775" cy="73500"/>
            </a:xfrm>
            <a:custGeom>
              <a:avLst/>
              <a:gdLst/>
              <a:ahLst/>
              <a:cxnLst/>
              <a:rect l="l" t="t" r="r" b="b"/>
              <a:pathLst>
                <a:path w="1711" h="2940" extrusionOk="0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526;p18">
              <a:extLst>
                <a:ext uri="{FF2B5EF4-FFF2-40B4-BE49-F238E27FC236}">
                  <a16:creationId xmlns:a16="http://schemas.microsoft.com/office/drawing/2014/main" id="{D916D719-AF53-4C00-BB22-C58F6BA44113}"/>
                </a:ext>
              </a:extLst>
            </p:cNvPr>
            <p:cNvSpPr/>
            <p:nvPr/>
          </p:nvSpPr>
          <p:spPr>
            <a:xfrm>
              <a:off x="3298125" y="2488125"/>
              <a:ext cx="659550" cy="393525"/>
            </a:xfrm>
            <a:custGeom>
              <a:avLst/>
              <a:gdLst/>
              <a:ahLst/>
              <a:cxnLst/>
              <a:rect l="l" t="t" r="r" b="b"/>
              <a:pathLst>
                <a:path w="26382" h="15741" extrusionOk="0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527;p18">
              <a:extLst>
                <a:ext uri="{FF2B5EF4-FFF2-40B4-BE49-F238E27FC236}">
                  <a16:creationId xmlns:a16="http://schemas.microsoft.com/office/drawing/2014/main" id="{CB799B9C-B3BB-4249-AD47-548EE1DE6672}"/>
                </a:ext>
              </a:extLst>
            </p:cNvPr>
            <p:cNvSpPr/>
            <p:nvPr/>
          </p:nvSpPr>
          <p:spPr>
            <a:xfrm>
              <a:off x="3313975" y="2815125"/>
              <a:ext cx="631825" cy="54650"/>
            </a:xfrm>
            <a:custGeom>
              <a:avLst/>
              <a:gdLst/>
              <a:ahLst/>
              <a:cxnLst/>
              <a:rect l="l" t="t" r="r" b="b"/>
              <a:pathLst>
                <a:path w="25273" h="2186" extrusionOk="0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528;p18">
              <a:extLst>
                <a:ext uri="{FF2B5EF4-FFF2-40B4-BE49-F238E27FC236}">
                  <a16:creationId xmlns:a16="http://schemas.microsoft.com/office/drawing/2014/main" id="{0F849C17-0670-4F5B-8B02-83260331D6FF}"/>
                </a:ext>
              </a:extLst>
            </p:cNvPr>
            <p:cNvSpPr/>
            <p:nvPr/>
          </p:nvSpPr>
          <p:spPr>
            <a:xfrm>
              <a:off x="3583950" y="2820650"/>
              <a:ext cx="111650" cy="111675"/>
            </a:xfrm>
            <a:custGeom>
              <a:avLst/>
              <a:gdLst/>
              <a:ahLst/>
              <a:cxnLst/>
              <a:rect l="l" t="t" r="r" b="b"/>
              <a:pathLst>
                <a:path w="4466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529;p18">
              <a:extLst>
                <a:ext uri="{FF2B5EF4-FFF2-40B4-BE49-F238E27FC236}">
                  <a16:creationId xmlns:a16="http://schemas.microsoft.com/office/drawing/2014/main" id="{2D468294-B141-4D70-B166-09CAC288A882}"/>
                </a:ext>
              </a:extLst>
            </p:cNvPr>
            <p:cNvSpPr/>
            <p:nvPr/>
          </p:nvSpPr>
          <p:spPr>
            <a:xfrm>
              <a:off x="3487350" y="2915675"/>
              <a:ext cx="311175" cy="28525"/>
            </a:xfrm>
            <a:custGeom>
              <a:avLst/>
              <a:gdLst/>
              <a:ahLst/>
              <a:cxnLst/>
              <a:rect l="l" t="t" r="r" b="b"/>
              <a:pathLst>
                <a:path w="12447" h="1141" extrusionOk="0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530;p18">
              <a:extLst>
                <a:ext uri="{FF2B5EF4-FFF2-40B4-BE49-F238E27FC236}">
                  <a16:creationId xmlns:a16="http://schemas.microsoft.com/office/drawing/2014/main" id="{52FDA510-82EB-450C-A759-546AACDE0D19}"/>
                </a:ext>
              </a:extLst>
            </p:cNvPr>
            <p:cNvSpPr/>
            <p:nvPr/>
          </p:nvSpPr>
          <p:spPr>
            <a:xfrm>
              <a:off x="3440650" y="2667075"/>
              <a:ext cx="95025" cy="95825"/>
            </a:xfrm>
            <a:custGeom>
              <a:avLst/>
              <a:gdLst/>
              <a:ahLst/>
              <a:cxnLst/>
              <a:rect l="l" t="t" r="r" b="b"/>
              <a:pathLst>
                <a:path w="3801" h="3833" extrusionOk="0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531;p18">
              <a:extLst>
                <a:ext uri="{FF2B5EF4-FFF2-40B4-BE49-F238E27FC236}">
                  <a16:creationId xmlns:a16="http://schemas.microsoft.com/office/drawing/2014/main" id="{44C018A1-A8FD-4146-A631-E7D84B78CC7A}"/>
                </a:ext>
              </a:extLst>
            </p:cNvPr>
            <p:cNvSpPr/>
            <p:nvPr/>
          </p:nvSpPr>
          <p:spPr>
            <a:xfrm>
              <a:off x="3575250" y="2621150"/>
              <a:ext cx="95025" cy="140950"/>
            </a:xfrm>
            <a:custGeom>
              <a:avLst/>
              <a:gdLst/>
              <a:ahLst/>
              <a:cxnLst/>
              <a:rect l="l" t="t" r="r" b="b"/>
              <a:pathLst>
                <a:path w="3801" h="5638" extrusionOk="0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532;p18">
              <a:extLst>
                <a:ext uri="{FF2B5EF4-FFF2-40B4-BE49-F238E27FC236}">
                  <a16:creationId xmlns:a16="http://schemas.microsoft.com/office/drawing/2014/main" id="{A83DF3EB-9131-44E3-BA5F-347C4C3776B9}"/>
                </a:ext>
              </a:extLst>
            </p:cNvPr>
            <p:cNvSpPr/>
            <p:nvPr/>
          </p:nvSpPr>
          <p:spPr>
            <a:xfrm>
              <a:off x="3709050" y="2572850"/>
              <a:ext cx="95025" cy="189250"/>
            </a:xfrm>
            <a:custGeom>
              <a:avLst/>
              <a:gdLst/>
              <a:ahLst/>
              <a:cxnLst/>
              <a:rect l="l" t="t" r="r" b="b"/>
              <a:pathLst>
                <a:path w="3801" h="7570" extrusionOk="0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534;p18">
              <a:extLst>
                <a:ext uri="{FF2B5EF4-FFF2-40B4-BE49-F238E27FC236}">
                  <a16:creationId xmlns:a16="http://schemas.microsoft.com/office/drawing/2014/main" id="{600640D5-5A0F-4EC1-A430-009888A61D13}"/>
                </a:ext>
              </a:extLst>
            </p:cNvPr>
            <p:cNvSpPr/>
            <p:nvPr/>
          </p:nvSpPr>
          <p:spPr>
            <a:xfrm>
              <a:off x="4182500" y="2716950"/>
              <a:ext cx="467150" cy="25"/>
            </a:xfrm>
            <a:custGeom>
              <a:avLst/>
              <a:gdLst/>
              <a:ahLst/>
              <a:cxnLst/>
              <a:rect l="l" t="t" r="r" b="b"/>
              <a:pathLst>
                <a:path w="18686" h="1" fill="none" extrusionOk="0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536;p18">
              <a:extLst>
                <a:ext uri="{FF2B5EF4-FFF2-40B4-BE49-F238E27FC236}">
                  <a16:creationId xmlns:a16="http://schemas.microsoft.com/office/drawing/2014/main" id="{CFA394F4-2677-40C6-B0EE-09A4E80B750B}"/>
                </a:ext>
              </a:extLst>
            </p:cNvPr>
            <p:cNvSpPr/>
            <p:nvPr/>
          </p:nvSpPr>
          <p:spPr>
            <a:xfrm>
              <a:off x="4025725" y="2005975"/>
              <a:ext cx="311975" cy="311975"/>
            </a:xfrm>
            <a:custGeom>
              <a:avLst/>
              <a:gdLst/>
              <a:ahLst/>
              <a:cxnLst/>
              <a:rect l="l" t="t" r="r" b="b"/>
              <a:pathLst>
                <a:path w="12479" h="12479" fill="none" extrusionOk="0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537;p18">
              <a:extLst>
                <a:ext uri="{FF2B5EF4-FFF2-40B4-BE49-F238E27FC236}">
                  <a16:creationId xmlns:a16="http://schemas.microsoft.com/office/drawing/2014/main" id="{8EC47CDD-130E-4B6B-A718-8D440FF5E1C5}"/>
                </a:ext>
              </a:extLst>
            </p:cNvPr>
            <p:cNvSpPr/>
            <p:nvPr/>
          </p:nvSpPr>
          <p:spPr>
            <a:xfrm>
              <a:off x="4021775" y="3109650"/>
              <a:ext cx="311975" cy="311950"/>
            </a:xfrm>
            <a:custGeom>
              <a:avLst/>
              <a:gdLst/>
              <a:ahLst/>
              <a:cxnLst/>
              <a:rect l="l" t="t" r="r" b="b"/>
              <a:pathLst>
                <a:path w="12479" h="12478" fill="none" extrusionOk="0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538;p18">
              <a:extLst>
                <a:ext uri="{FF2B5EF4-FFF2-40B4-BE49-F238E27FC236}">
                  <a16:creationId xmlns:a16="http://schemas.microsoft.com/office/drawing/2014/main" id="{6AD1476B-B252-4535-AE89-6A49ADD3BD61}"/>
                </a:ext>
              </a:extLst>
            </p:cNvPr>
            <p:cNvSpPr/>
            <p:nvPr/>
          </p:nvSpPr>
          <p:spPr>
            <a:xfrm>
              <a:off x="4332925" y="2716150"/>
              <a:ext cx="441025" cy="809950"/>
            </a:xfrm>
            <a:custGeom>
              <a:avLst/>
              <a:gdLst/>
              <a:ahLst/>
              <a:cxnLst/>
              <a:rect l="l" t="t" r="r" b="b"/>
              <a:pathLst>
                <a:path w="17641" h="32398" extrusionOk="0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539;p18">
              <a:extLst>
                <a:ext uri="{FF2B5EF4-FFF2-40B4-BE49-F238E27FC236}">
                  <a16:creationId xmlns:a16="http://schemas.microsoft.com/office/drawing/2014/main" id="{A7EEA11A-24C9-485E-953E-2B59CF78DEED}"/>
                </a:ext>
              </a:extLst>
            </p:cNvPr>
            <p:cNvSpPr/>
            <p:nvPr/>
          </p:nvSpPr>
          <p:spPr>
            <a:xfrm>
              <a:off x="4332125" y="1906225"/>
              <a:ext cx="441825" cy="809950"/>
            </a:xfrm>
            <a:custGeom>
              <a:avLst/>
              <a:gdLst/>
              <a:ahLst/>
              <a:cxnLst/>
              <a:rect l="l" t="t" r="r" b="b"/>
              <a:pathLst>
                <a:path w="17673" h="32398" extrusionOk="0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1541;p18">
            <a:extLst>
              <a:ext uri="{FF2B5EF4-FFF2-40B4-BE49-F238E27FC236}">
                <a16:creationId xmlns:a16="http://schemas.microsoft.com/office/drawing/2014/main" id="{E345D672-0E28-40F5-B854-A9CC3C353062}"/>
              </a:ext>
            </a:extLst>
          </p:cNvPr>
          <p:cNvSpPr txBox="1"/>
          <p:nvPr/>
        </p:nvSpPr>
        <p:spPr>
          <a:xfrm>
            <a:off x="-160143" y="1735584"/>
            <a:ext cx="2895598" cy="24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dirty="0">
                <a:solidFill>
                  <a:schemeClr val="tx1"/>
                </a:solidFill>
                <a:effectLst/>
                <a:latin typeface="Fredoka One" panose="020B0604020202020204" charset="0"/>
              </a:rPr>
              <a:t>The </a:t>
            </a:r>
            <a:r>
              <a:rPr lang="en-IN" sz="2400" dirty="0">
                <a:solidFill>
                  <a:schemeClr val="tx1"/>
                </a:solidFill>
                <a:latin typeface="Fredoka One" panose="020B0604020202020204" charset="0"/>
              </a:rPr>
              <a:t>D</a:t>
            </a:r>
            <a:r>
              <a:rPr lang="en-IN" sz="2400" b="0" i="0" u="none" strike="noStrike" dirty="0">
                <a:solidFill>
                  <a:schemeClr val="tx1"/>
                </a:solidFill>
                <a:effectLst/>
                <a:latin typeface="Fredoka One" panose="020B0604020202020204" charset="0"/>
              </a:rPr>
              <a:t>om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dirty="0">
                <a:solidFill>
                  <a:schemeClr val="tx1"/>
                </a:solidFill>
                <a:effectLst/>
                <a:latin typeface="Fredoka One" panose="020B0604020202020204" charset="0"/>
              </a:rPr>
              <a:t>Tree</a:t>
            </a:r>
            <a:endParaRPr lang="en-IN" sz="2400" dirty="0">
              <a:solidFill>
                <a:schemeClr val="tx1"/>
              </a:solidFill>
              <a:latin typeface="Fredoka One" panose="020B0604020202020204" charset="0"/>
              <a:ea typeface="Fira Sans Medium"/>
              <a:cs typeface="Fira Sans Medium"/>
              <a:sym typeface="Fira Sans Medium"/>
            </a:endParaRPr>
          </a:p>
        </p:txBody>
      </p:sp>
      <p:cxnSp>
        <p:nvCxnSpPr>
          <p:cNvPr id="81" name="Google Shape;1551;p18">
            <a:extLst>
              <a:ext uri="{FF2B5EF4-FFF2-40B4-BE49-F238E27FC236}">
                <a16:creationId xmlns:a16="http://schemas.microsoft.com/office/drawing/2014/main" id="{596C3BF6-87D9-4587-B979-539DFBF872A8}"/>
              </a:ext>
            </a:extLst>
          </p:cNvPr>
          <p:cNvCxnSpPr/>
          <p:nvPr/>
        </p:nvCxnSpPr>
        <p:spPr>
          <a:xfrm>
            <a:off x="6068058" y="746607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9738E84-2036-40C5-AF52-6C139EC480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6113705"/>
              </p:ext>
            </p:extLst>
          </p:nvPr>
        </p:nvGraphicFramePr>
        <p:xfrm>
          <a:off x="5357115" y="2560639"/>
          <a:ext cx="1304367" cy="57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6" name="Diagram 85">
            <a:extLst>
              <a:ext uri="{FF2B5EF4-FFF2-40B4-BE49-F238E27FC236}">
                <a16:creationId xmlns:a16="http://schemas.microsoft.com/office/drawing/2014/main" id="{12E231DF-ADD7-4E23-8E8D-A28C2D94AC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7731193"/>
              </p:ext>
            </p:extLst>
          </p:nvPr>
        </p:nvGraphicFramePr>
        <p:xfrm>
          <a:off x="5865679" y="3724895"/>
          <a:ext cx="1580163" cy="602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87" name="Diagram 86">
            <a:extLst>
              <a:ext uri="{FF2B5EF4-FFF2-40B4-BE49-F238E27FC236}">
                <a16:creationId xmlns:a16="http://schemas.microsoft.com/office/drawing/2014/main" id="{57CAC4A2-596C-4485-9814-CC31AB023E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268520"/>
              </p:ext>
            </p:extLst>
          </p:nvPr>
        </p:nvGraphicFramePr>
        <p:xfrm>
          <a:off x="6944540" y="1402812"/>
          <a:ext cx="1724441" cy="617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88" name="Diagram 87">
            <a:extLst>
              <a:ext uri="{FF2B5EF4-FFF2-40B4-BE49-F238E27FC236}">
                <a16:creationId xmlns:a16="http://schemas.microsoft.com/office/drawing/2014/main" id="{A20C19E0-76DE-4ECD-9C07-DA2CB433DC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800174"/>
              </p:ext>
            </p:extLst>
          </p:nvPr>
        </p:nvGraphicFramePr>
        <p:xfrm>
          <a:off x="7566548" y="2493086"/>
          <a:ext cx="1122936" cy="617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89" name="Diagram 88">
            <a:extLst>
              <a:ext uri="{FF2B5EF4-FFF2-40B4-BE49-F238E27FC236}">
                <a16:creationId xmlns:a16="http://schemas.microsoft.com/office/drawing/2014/main" id="{CDD3C1AF-ABE4-4AE0-B473-1BB50899ED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8660591"/>
              </p:ext>
            </p:extLst>
          </p:nvPr>
        </p:nvGraphicFramePr>
        <p:xfrm>
          <a:off x="7045723" y="3781070"/>
          <a:ext cx="928636" cy="460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graphicFrame>
        <p:nvGraphicFramePr>
          <p:cNvPr id="90" name="Diagram 89">
            <a:extLst>
              <a:ext uri="{FF2B5EF4-FFF2-40B4-BE49-F238E27FC236}">
                <a16:creationId xmlns:a16="http://schemas.microsoft.com/office/drawing/2014/main" id="{C6E3635E-5600-40F3-AFAC-3D01D440CD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3979208"/>
              </p:ext>
            </p:extLst>
          </p:nvPr>
        </p:nvGraphicFramePr>
        <p:xfrm>
          <a:off x="8323822" y="3774344"/>
          <a:ext cx="783046" cy="473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112E71-B2EC-4A46-A2A8-9A46764E7D62}"/>
              </a:ext>
            </a:extLst>
          </p:cNvPr>
          <p:cNvCxnSpPr/>
          <p:nvPr/>
        </p:nvCxnSpPr>
        <p:spPr>
          <a:xfrm flipH="1">
            <a:off x="6475228" y="2020604"/>
            <a:ext cx="393405" cy="4724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7BCA4C8-4B69-47DB-9930-867E881E76D3}"/>
              </a:ext>
            </a:extLst>
          </p:cNvPr>
          <p:cNvCxnSpPr>
            <a:cxnSpLocks/>
          </p:cNvCxnSpPr>
          <p:nvPr/>
        </p:nvCxnSpPr>
        <p:spPr>
          <a:xfrm>
            <a:off x="7794982" y="2052211"/>
            <a:ext cx="333034" cy="44087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1D3057B-7215-4F2C-BDB0-4726FE3F8FA4}"/>
              </a:ext>
            </a:extLst>
          </p:cNvPr>
          <p:cNvCxnSpPr>
            <a:cxnSpLocks/>
          </p:cNvCxnSpPr>
          <p:nvPr/>
        </p:nvCxnSpPr>
        <p:spPr>
          <a:xfrm>
            <a:off x="6220440" y="3110878"/>
            <a:ext cx="1" cy="60790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7346DD8-83F6-4E86-9150-D1D61033D987}"/>
              </a:ext>
            </a:extLst>
          </p:cNvPr>
          <p:cNvCxnSpPr/>
          <p:nvPr/>
        </p:nvCxnSpPr>
        <p:spPr>
          <a:xfrm flipH="1">
            <a:off x="7539373" y="3206370"/>
            <a:ext cx="393405" cy="4724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B61E5F2-5E59-4C7D-8B63-5E33F4C381AA}"/>
              </a:ext>
            </a:extLst>
          </p:cNvPr>
          <p:cNvCxnSpPr>
            <a:cxnSpLocks/>
          </p:cNvCxnSpPr>
          <p:nvPr/>
        </p:nvCxnSpPr>
        <p:spPr>
          <a:xfrm>
            <a:off x="8372902" y="3207640"/>
            <a:ext cx="342445" cy="4505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9"/>
          <p:cNvSpPr txBox="1">
            <a:spLocks noGrp="1"/>
          </p:cNvSpPr>
          <p:nvPr>
            <p:ph type="title" idx="8"/>
          </p:nvPr>
        </p:nvSpPr>
        <p:spPr>
          <a:xfrm>
            <a:off x="1780139" y="367712"/>
            <a:ext cx="5589900" cy="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 Demonstration</a:t>
            </a:r>
            <a:endParaRPr dirty="0"/>
          </a:p>
        </p:txBody>
      </p:sp>
      <p:sp>
        <p:nvSpPr>
          <p:cNvPr id="769" name="Google Shape;769;p49"/>
          <p:cNvSpPr/>
          <p:nvPr/>
        </p:nvSpPr>
        <p:spPr>
          <a:xfrm>
            <a:off x="2111642" y="1461744"/>
            <a:ext cx="1048800" cy="104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49"/>
          <p:cNvSpPr/>
          <p:nvPr/>
        </p:nvSpPr>
        <p:spPr>
          <a:xfrm>
            <a:off x="2117050" y="3311277"/>
            <a:ext cx="1048800" cy="104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9"/>
          <p:cNvSpPr/>
          <p:nvPr/>
        </p:nvSpPr>
        <p:spPr>
          <a:xfrm>
            <a:off x="5176649" y="1427700"/>
            <a:ext cx="1048800" cy="104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2" name="Google Shape;772;p49"/>
          <p:cNvSpPr/>
          <p:nvPr/>
        </p:nvSpPr>
        <p:spPr>
          <a:xfrm>
            <a:off x="5326843" y="3420051"/>
            <a:ext cx="1048800" cy="104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1" name="Google Shape;781;p49"/>
          <p:cNvGrpSpPr/>
          <p:nvPr/>
        </p:nvGrpSpPr>
        <p:grpSpPr>
          <a:xfrm>
            <a:off x="5648866" y="3635716"/>
            <a:ext cx="404753" cy="495504"/>
            <a:chOff x="4750475" y="2986000"/>
            <a:chExt cx="158795" cy="194399"/>
          </a:xfrm>
        </p:grpSpPr>
        <p:sp>
          <p:nvSpPr>
            <p:cNvPr id="782" name="Google Shape;782;p49"/>
            <p:cNvSpPr/>
            <p:nvPr/>
          </p:nvSpPr>
          <p:spPr>
            <a:xfrm>
              <a:off x="4828925" y="2986000"/>
              <a:ext cx="11675" cy="27750"/>
            </a:xfrm>
            <a:custGeom>
              <a:avLst/>
              <a:gdLst/>
              <a:ahLst/>
              <a:cxnLst/>
              <a:rect l="l" t="t" r="r" b="b"/>
              <a:pathLst>
                <a:path w="467" h="1110" extrusionOk="0">
                  <a:moveTo>
                    <a:pt x="1" y="1"/>
                  </a:moveTo>
                  <a:lnTo>
                    <a:pt x="1" y="1110"/>
                  </a:lnTo>
                  <a:lnTo>
                    <a:pt x="467" y="1110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9"/>
            <p:cNvSpPr/>
            <p:nvPr/>
          </p:nvSpPr>
          <p:spPr>
            <a:xfrm>
              <a:off x="4870500" y="3006475"/>
              <a:ext cx="27750" cy="28075"/>
            </a:xfrm>
            <a:custGeom>
              <a:avLst/>
              <a:gdLst/>
              <a:ahLst/>
              <a:cxnLst/>
              <a:rect l="l" t="t" r="r" b="b"/>
              <a:pathLst>
                <a:path w="1110" h="1123" extrusionOk="0">
                  <a:moveTo>
                    <a:pt x="782" y="1"/>
                  </a:moveTo>
                  <a:lnTo>
                    <a:pt x="1" y="795"/>
                  </a:lnTo>
                  <a:lnTo>
                    <a:pt x="328" y="1122"/>
                  </a:lnTo>
                  <a:lnTo>
                    <a:pt x="1110" y="328"/>
                  </a:lnTo>
                  <a:lnTo>
                    <a:pt x="7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9"/>
            <p:cNvSpPr/>
            <p:nvPr/>
          </p:nvSpPr>
          <p:spPr>
            <a:xfrm>
              <a:off x="4750475" y="3064450"/>
              <a:ext cx="27750" cy="11675"/>
            </a:xfrm>
            <a:custGeom>
              <a:avLst/>
              <a:gdLst/>
              <a:ahLst/>
              <a:cxnLst/>
              <a:rect l="l" t="t" r="r" b="b"/>
              <a:pathLst>
                <a:path w="1110" h="467" extrusionOk="0">
                  <a:moveTo>
                    <a:pt x="1" y="0"/>
                  </a:moveTo>
                  <a:lnTo>
                    <a:pt x="1" y="466"/>
                  </a:lnTo>
                  <a:lnTo>
                    <a:pt x="1110" y="466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9"/>
            <p:cNvSpPr/>
            <p:nvPr/>
          </p:nvSpPr>
          <p:spPr>
            <a:xfrm>
              <a:off x="4770950" y="3006475"/>
              <a:ext cx="28075" cy="28075"/>
            </a:xfrm>
            <a:custGeom>
              <a:avLst/>
              <a:gdLst/>
              <a:ahLst/>
              <a:cxnLst/>
              <a:rect l="l" t="t" r="r" b="b"/>
              <a:pathLst>
                <a:path w="1123" h="1123" extrusionOk="0">
                  <a:moveTo>
                    <a:pt x="329" y="1"/>
                  </a:moveTo>
                  <a:lnTo>
                    <a:pt x="1" y="328"/>
                  </a:lnTo>
                  <a:lnTo>
                    <a:pt x="795" y="1122"/>
                  </a:lnTo>
                  <a:lnTo>
                    <a:pt x="1122" y="795"/>
                  </a:lnTo>
                  <a:lnTo>
                    <a:pt x="3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9"/>
            <p:cNvSpPr/>
            <p:nvPr/>
          </p:nvSpPr>
          <p:spPr>
            <a:xfrm>
              <a:off x="4759620" y="3026324"/>
              <a:ext cx="149650" cy="154075"/>
            </a:xfrm>
            <a:custGeom>
              <a:avLst/>
              <a:gdLst/>
              <a:ahLst/>
              <a:cxnLst/>
              <a:rect l="l" t="t" r="r" b="b"/>
              <a:pathLst>
                <a:path w="5986" h="6163" extrusionOk="0">
                  <a:moveTo>
                    <a:pt x="2999" y="467"/>
                  </a:moveTo>
                  <a:cubicBezTo>
                    <a:pt x="3352" y="467"/>
                    <a:pt x="3692" y="605"/>
                    <a:pt x="3932" y="857"/>
                  </a:cubicBezTo>
                  <a:cubicBezTo>
                    <a:pt x="3673" y="1109"/>
                    <a:pt x="3340" y="1235"/>
                    <a:pt x="3004" y="1235"/>
                  </a:cubicBezTo>
                  <a:cubicBezTo>
                    <a:pt x="2669" y="1235"/>
                    <a:pt x="2332" y="1109"/>
                    <a:pt x="2067" y="857"/>
                  </a:cubicBezTo>
                  <a:cubicBezTo>
                    <a:pt x="2319" y="605"/>
                    <a:pt x="2647" y="467"/>
                    <a:pt x="2999" y="467"/>
                  </a:cubicBezTo>
                  <a:close/>
                  <a:moveTo>
                    <a:pt x="4196" y="1248"/>
                  </a:moveTo>
                  <a:cubicBezTo>
                    <a:pt x="4259" y="1399"/>
                    <a:pt x="4297" y="1576"/>
                    <a:pt x="4297" y="1752"/>
                  </a:cubicBezTo>
                  <a:lnTo>
                    <a:pt x="4297" y="2332"/>
                  </a:lnTo>
                  <a:cubicBezTo>
                    <a:pt x="4297" y="2924"/>
                    <a:pt x="3894" y="3441"/>
                    <a:pt x="3327" y="3592"/>
                  </a:cubicBezTo>
                  <a:lnTo>
                    <a:pt x="3314" y="3592"/>
                  </a:lnTo>
                  <a:cubicBezTo>
                    <a:pt x="3277" y="3604"/>
                    <a:pt x="3239" y="3604"/>
                    <a:pt x="3201" y="3617"/>
                  </a:cubicBezTo>
                  <a:lnTo>
                    <a:pt x="2798" y="3617"/>
                  </a:lnTo>
                  <a:cubicBezTo>
                    <a:pt x="2760" y="3604"/>
                    <a:pt x="2710" y="3604"/>
                    <a:pt x="2672" y="3592"/>
                  </a:cubicBezTo>
                  <a:cubicBezTo>
                    <a:pt x="2105" y="3441"/>
                    <a:pt x="1701" y="2924"/>
                    <a:pt x="1701" y="2332"/>
                  </a:cubicBezTo>
                  <a:lnTo>
                    <a:pt x="1701" y="1752"/>
                  </a:lnTo>
                  <a:cubicBezTo>
                    <a:pt x="1701" y="1576"/>
                    <a:pt x="1739" y="1399"/>
                    <a:pt x="1802" y="1248"/>
                  </a:cubicBezTo>
                  <a:cubicBezTo>
                    <a:pt x="2149" y="1544"/>
                    <a:pt x="2574" y="1692"/>
                    <a:pt x="2999" y="1692"/>
                  </a:cubicBezTo>
                  <a:cubicBezTo>
                    <a:pt x="3425" y="1692"/>
                    <a:pt x="3850" y="1544"/>
                    <a:pt x="4196" y="1248"/>
                  </a:cubicBezTo>
                  <a:close/>
                  <a:moveTo>
                    <a:pt x="4574" y="3088"/>
                  </a:moveTo>
                  <a:cubicBezTo>
                    <a:pt x="4814" y="3176"/>
                    <a:pt x="5028" y="3327"/>
                    <a:pt x="5205" y="3529"/>
                  </a:cubicBezTo>
                  <a:cubicBezTo>
                    <a:pt x="5406" y="3781"/>
                    <a:pt x="5520" y="4108"/>
                    <a:pt x="5520" y="4436"/>
                  </a:cubicBezTo>
                  <a:lnTo>
                    <a:pt x="5520" y="5696"/>
                  </a:lnTo>
                  <a:lnTo>
                    <a:pt x="2332" y="5696"/>
                  </a:lnTo>
                  <a:cubicBezTo>
                    <a:pt x="2029" y="5671"/>
                    <a:pt x="2029" y="5230"/>
                    <a:pt x="2332" y="5205"/>
                  </a:cubicBezTo>
                  <a:lnTo>
                    <a:pt x="5003" y="5205"/>
                  </a:lnTo>
                  <a:lnTo>
                    <a:pt x="5003" y="4310"/>
                  </a:lnTo>
                  <a:lnTo>
                    <a:pt x="4537" y="4310"/>
                  </a:lnTo>
                  <a:lnTo>
                    <a:pt x="4537" y="4751"/>
                  </a:lnTo>
                  <a:lnTo>
                    <a:pt x="1462" y="4751"/>
                  </a:lnTo>
                  <a:lnTo>
                    <a:pt x="1462" y="4310"/>
                  </a:lnTo>
                  <a:lnTo>
                    <a:pt x="1008" y="4310"/>
                  </a:lnTo>
                  <a:lnTo>
                    <a:pt x="1008" y="5205"/>
                  </a:lnTo>
                  <a:lnTo>
                    <a:pt x="1664" y="5205"/>
                  </a:lnTo>
                  <a:cubicBezTo>
                    <a:pt x="1638" y="5293"/>
                    <a:pt x="1626" y="5369"/>
                    <a:pt x="1626" y="5457"/>
                  </a:cubicBezTo>
                  <a:cubicBezTo>
                    <a:pt x="1613" y="5532"/>
                    <a:pt x="1638" y="5621"/>
                    <a:pt x="1664" y="5696"/>
                  </a:cubicBezTo>
                  <a:lnTo>
                    <a:pt x="467" y="5696"/>
                  </a:lnTo>
                  <a:lnTo>
                    <a:pt x="467" y="4436"/>
                  </a:lnTo>
                  <a:cubicBezTo>
                    <a:pt x="467" y="4108"/>
                    <a:pt x="567" y="3793"/>
                    <a:pt x="782" y="3529"/>
                  </a:cubicBezTo>
                  <a:cubicBezTo>
                    <a:pt x="945" y="3327"/>
                    <a:pt x="1160" y="3176"/>
                    <a:pt x="1412" y="3088"/>
                  </a:cubicBezTo>
                  <a:cubicBezTo>
                    <a:pt x="1638" y="3567"/>
                    <a:pt x="2079" y="3919"/>
                    <a:pt x="2596" y="4045"/>
                  </a:cubicBezTo>
                  <a:lnTo>
                    <a:pt x="3390" y="4045"/>
                  </a:lnTo>
                  <a:cubicBezTo>
                    <a:pt x="3907" y="3919"/>
                    <a:pt x="4335" y="3567"/>
                    <a:pt x="4574" y="3088"/>
                  </a:cubicBezTo>
                  <a:close/>
                  <a:moveTo>
                    <a:pt x="2999" y="1"/>
                  </a:moveTo>
                  <a:cubicBezTo>
                    <a:pt x="2029" y="1"/>
                    <a:pt x="1235" y="782"/>
                    <a:pt x="1235" y="1752"/>
                  </a:cubicBezTo>
                  <a:lnTo>
                    <a:pt x="1235" y="2332"/>
                  </a:lnTo>
                  <a:cubicBezTo>
                    <a:pt x="1235" y="2433"/>
                    <a:pt x="1248" y="2546"/>
                    <a:pt x="1260" y="2647"/>
                  </a:cubicBezTo>
                  <a:cubicBezTo>
                    <a:pt x="504" y="2911"/>
                    <a:pt x="0" y="3630"/>
                    <a:pt x="0" y="4436"/>
                  </a:cubicBezTo>
                  <a:lnTo>
                    <a:pt x="0" y="6162"/>
                  </a:lnTo>
                  <a:lnTo>
                    <a:pt x="5986" y="6162"/>
                  </a:lnTo>
                  <a:lnTo>
                    <a:pt x="5986" y="4449"/>
                  </a:lnTo>
                  <a:cubicBezTo>
                    <a:pt x="5986" y="3642"/>
                    <a:pt x="5482" y="2924"/>
                    <a:pt x="4726" y="2647"/>
                  </a:cubicBezTo>
                  <a:cubicBezTo>
                    <a:pt x="4738" y="2546"/>
                    <a:pt x="4751" y="2433"/>
                    <a:pt x="4751" y="2332"/>
                  </a:cubicBezTo>
                  <a:lnTo>
                    <a:pt x="4751" y="1752"/>
                  </a:lnTo>
                  <a:cubicBezTo>
                    <a:pt x="4751" y="782"/>
                    <a:pt x="3970" y="1"/>
                    <a:pt x="29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87" name="Google Shape;787;p49"/>
          <p:cNvGrpSpPr/>
          <p:nvPr/>
        </p:nvGrpSpPr>
        <p:grpSpPr>
          <a:xfrm>
            <a:off x="2388289" y="3587924"/>
            <a:ext cx="495506" cy="495506"/>
            <a:chOff x="4857900" y="3654475"/>
            <a:chExt cx="194400" cy="194400"/>
          </a:xfrm>
        </p:grpSpPr>
        <p:sp>
          <p:nvSpPr>
            <p:cNvPr id="788" name="Google Shape;788;p49"/>
            <p:cNvSpPr/>
            <p:nvPr/>
          </p:nvSpPr>
          <p:spPr>
            <a:xfrm>
              <a:off x="4949275" y="3654475"/>
              <a:ext cx="11675" cy="23975"/>
            </a:xfrm>
            <a:custGeom>
              <a:avLst/>
              <a:gdLst/>
              <a:ahLst/>
              <a:cxnLst/>
              <a:rect l="l" t="t" r="r" b="b"/>
              <a:pathLst>
                <a:path w="467" h="959" extrusionOk="0">
                  <a:moveTo>
                    <a:pt x="0" y="1"/>
                  </a:moveTo>
                  <a:lnTo>
                    <a:pt x="0" y="958"/>
                  </a:lnTo>
                  <a:lnTo>
                    <a:pt x="466" y="95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9"/>
            <p:cNvSpPr/>
            <p:nvPr/>
          </p:nvSpPr>
          <p:spPr>
            <a:xfrm>
              <a:off x="4949275" y="3824900"/>
              <a:ext cx="11675" cy="23975"/>
            </a:xfrm>
            <a:custGeom>
              <a:avLst/>
              <a:gdLst/>
              <a:ahLst/>
              <a:cxnLst/>
              <a:rect l="l" t="t" r="r" b="b"/>
              <a:pathLst>
                <a:path w="467" h="959" extrusionOk="0">
                  <a:moveTo>
                    <a:pt x="0" y="1"/>
                  </a:moveTo>
                  <a:lnTo>
                    <a:pt x="0" y="958"/>
                  </a:lnTo>
                  <a:lnTo>
                    <a:pt x="466" y="958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9"/>
            <p:cNvSpPr/>
            <p:nvPr/>
          </p:nvSpPr>
          <p:spPr>
            <a:xfrm>
              <a:off x="4912725" y="3659525"/>
              <a:ext cx="19875" cy="26800"/>
            </a:xfrm>
            <a:custGeom>
              <a:avLst/>
              <a:gdLst/>
              <a:ahLst/>
              <a:cxnLst/>
              <a:rect l="l" t="t" r="r" b="b"/>
              <a:pathLst>
                <a:path w="795" h="1072" extrusionOk="0">
                  <a:moveTo>
                    <a:pt x="429" y="0"/>
                  </a:moveTo>
                  <a:lnTo>
                    <a:pt x="0" y="177"/>
                  </a:lnTo>
                  <a:lnTo>
                    <a:pt x="366" y="1071"/>
                  </a:lnTo>
                  <a:lnTo>
                    <a:pt x="794" y="895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9"/>
            <p:cNvSpPr/>
            <p:nvPr/>
          </p:nvSpPr>
          <p:spPr>
            <a:xfrm>
              <a:off x="4977925" y="3817025"/>
              <a:ext cx="19875" cy="26500"/>
            </a:xfrm>
            <a:custGeom>
              <a:avLst/>
              <a:gdLst/>
              <a:ahLst/>
              <a:cxnLst/>
              <a:rect l="l" t="t" r="r" b="b"/>
              <a:pathLst>
                <a:path w="795" h="1060" extrusionOk="0">
                  <a:moveTo>
                    <a:pt x="429" y="1"/>
                  </a:moveTo>
                  <a:lnTo>
                    <a:pt x="1" y="177"/>
                  </a:lnTo>
                  <a:lnTo>
                    <a:pt x="366" y="1059"/>
                  </a:lnTo>
                  <a:lnTo>
                    <a:pt x="795" y="883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9"/>
            <p:cNvSpPr/>
            <p:nvPr/>
          </p:nvSpPr>
          <p:spPr>
            <a:xfrm>
              <a:off x="4882475" y="3678725"/>
              <a:ext cx="24925" cy="25225"/>
            </a:xfrm>
            <a:custGeom>
              <a:avLst/>
              <a:gdLst/>
              <a:ahLst/>
              <a:cxnLst/>
              <a:rect l="l" t="t" r="r" b="b"/>
              <a:pathLst>
                <a:path w="997" h="1009" extrusionOk="0">
                  <a:moveTo>
                    <a:pt x="328" y="1"/>
                  </a:moveTo>
                  <a:lnTo>
                    <a:pt x="1" y="329"/>
                  </a:lnTo>
                  <a:lnTo>
                    <a:pt x="669" y="1009"/>
                  </a:lnTo>
                  <a:lnTo>
                    <a:pt x="996" y="681"/>
                  </a:lnTo>
                  <a:lnTo>
                    <a:pt x="3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9"/>
            <p:cNvSpPr/>
            <p:nvPr/>
          </p:nvSpPr>
          <p:spPr>
            <a:xfrm>
              <a:off x="5002825" y="3799400"/>
              <a:ext cx="25225" cy="24900"/>
            </a:xfrm>
            <a:custGeom>
              <a:avLst/>
              <a:gdLst/>
              <a:ahLst/>
              <a:cxnLst/>
              <a:rect l="l" t="t" r="r" b="b"/>
              <a:pathLst>
                <a:path w="1009" h="996" extrusionOk="0">
                  <a:moveTo>
                    <a:pt x="328" y="0"/>
                  </a:moveTo>
                  <a:lnTo>
                    <a:pt x="0" y="328"/>
                  </a:lnTo>
                  <a:lnTo>
                    <a:pt x="681" y="995"/>
                  </a:lnTo>
                  <a:lnTo>
                    <a:pt x="1008" y="668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9"/>
            <p:cNvSpPr/>
            <p:nvPr/>
          </p:nvSpPr>
          <p:spPr>
            <a:xfrm>
              <a:off x="4863275" y="3708975"/>
              <a:ext cx="26475" cy="19875"/>
            </a:xfrm>
            <a:custGeom>
              <a:avLst/>
              <a:gdLst/>
              <a:ahLst/>
              <a:cxnLst/>
              <a:rect l="l" t="t" r="r" b="b"/>
              <a:pathLst>
                <a:path w="1059" h="795" extrusionOk="0">
                  <a:moveTo>
                    <a:pt x="176" y="1"/>
                  </a:moveTo>
                  <a:lnTo>
                    <a:pt x="0" y="429"/>
                  </a:lnTo>
                  <a:lnTo>
                    <a:pt x="882" y="794"/>
                  </a:lnTo>
                  <a:lnTo>
                    <a:pt x="1059" y="366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9"/>
            <p:cNvSpPr/>
            <p:nvPr/>
          </p:nvSpPr>
          <p:spPr>
            <a:xfrm>
              <a:off x="5020775" y="3774175"/>
              <a:ext cx="26475" cy="19875"/>
            </a:xfrm>
            <a:custGeom>
              <a:avLst/>
              <a:gdLst/>
              <a:ahLst/>
              <a:cxnLst/>
              <a:rect l="l" t="t" r="r" b="b"/>
              <a:pathLst>
                <a:path w="1059" h="795" extrusionOk="0">
                  <a:moveTo>
                    <a:pt x="177" y="1"/>
                  </a:moveTo>
                  <a:lnTo>
                    <a:pt x="0" y="429"/>
                  </a:lnTo>
                  <a:lnTo>
                    <a:pt x="883" y="795"/>
                  </a:lnTo>
                  <a:lnTo>
                    <a:pt x="1059" y="366"/>
                  </a:lnTo>
                  <a:lnTo>
                    <a:pt x="1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9"/>
            <p:cNvSpPr/>
            <p:nvPr/>
          </p:nvSpPr>
          <p:spPr>
            <a:xfrm>
              <a:off x="4857900" y="3745825"/>
              <a:ext cx="23975" cy="11700"/>
            </a:xfrm>
            <a:custGeom>
              <a:avLst/>
              <a:gdLst/>
              <a:ahLst/>
              <a:cxnLst/>
              <a:rect l="l" t="t" r="r" b="b"/>
              <a:pathLst>
                <a:path w="959" h="468" extrusionOk="0">
                  <a:moveTo>
                    <a:pt x="1" y="1"/>
                  </a:moveTo>
                  <a:lnTo>
                    <a:pt x="1" y="467"/>
                  </a:lnTo>
                  <a:lnTo>
                    <a:pt x="958" y="467"/>
                  </a:lnTo>
                  <a:lnTo>
                    <a:pt x="9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9"/>
            <p:cNvSpPr/>
            <p:nvPr/>
          </p:nvSpPr>
          <p:spPr>
            <a:xfrm>
              <a:off x="5028325" y="3745825"/>
              <a:ext cx="23975" cy="11700"/>
            </a:xfrm>
            <a:custGeom>
              <a:avLst/>
              <a:gdLst/>
              <a:ahLst/>
              <a:cxnLst/>
              <a:rect l="l" t="t" r="r" b="b"/>
              <a:pathLst>
                <a:path w="959" h="468" extrusionOk="0">
                  <a:moveTo>
                    <a:pt x="1" y="1"/>
                  </a:moveTo>
                  <a:lnTo>
                    <a:pt x="1" y="467"/>
                  </a:lnTo>
                  <a:lnTo>
                    <a:pt x="959" y="467"/>
                  </a:lnTo>
                  <a:lnTo>
                    <a:pt x="9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9"/>
            <p:cNvSpPr/>
            <p:nvPr/>
          </p:nvSpPr>
          <p:spPr>
            <a:xfrm>
              <a:off x="4863275" y="3774175"/>
              <a:ext cx="26475" cy="19875"/>
            </a:xfrm>
            <a:custGeom>
              <a:avLst/>
              <a:gdLst/>
              <a:ahLst/>
              <a:cxnLst/>
              <a:rect l="l" t="t" r="r" b="b"/>
              <a:pathLst>
                <a:path w="1059" h="795" extrusionOk="0">
                  <a:moveTo>
                    <a:pt x="882" y="1"/>
                  </a:moveTo>
                  <a:lnTo>
                    <a:pt x="0" y="366"/>
                  </a:lnTo>
                  <a:lnTo>
                    <a:pt x="176" y="795"/>
                  </a:lnTo>
                  <a:lnTo>
                    <a:pt x="1059" y="429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9"/>
            <p:cNvSpPr/>
            <p:nvPr/>
          </p:nvSpPr>
          <p:spPr>
            <a:xfrm>
              <a:off x="5020775" y="3708975"/>
              <a:ext cx="26475" cy="19875"/>
            </a:xfrm>
            <a:custGeom>
              <a:avLst/>
              <a:gdLst/>
              <a:ahLst/>
              <a:cxnLst/>
              <a:rect l="l" t="t" r="r" b="b"/>
              <a:pathLst>
                <a:path w="1059" h="795" extrusionOk="0">
                  <a:moveTo>
                    <a:pt x="883" y="1"/>
                  </a:moveTo>
                  <a:lnTo>
                    <a:pt x="0" y="366"/>
                  </a:lnTo>
                  <a:lnTo>
                    <a:pt x="177" y="794"/>
                  </a:lnTo>
                  <a:lnTo>
                    <a:pt x="1059" y="429"/>
                  </a:lnTo>
                  <a:lnTo>
                    <a:pt x="88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9"/>
            <p:cNvSpPr/>
            <p:nvPr/>
          </p:nvSpPr>
          <p:spPr>
            <a:xfrm>
              <a:off x="4882475" y="3799400"/>
              <a:ext cx="24925" cy="24900"/>
            </a:xfrm>
            <a:custGeom>
              <a:avLst/>
              <a:gdLst/>
              <a:ahLst/>
              <a:cxnLst/>
              <a:rect l="l" t="t" r="r" b="b"/>
              <a:pathLst>
                <a:path w="997" h="996" extrusionOk="0">
                  <a:moveTo>
                    <a:pt x="669" y="0"/>
                  </a:moveTo>
                  <a:lnTo>
                    <a:pt x="1" y="668"/>
                  </a:lnTo>
                  <a:lnTo>
                    <a:pt x="328" y="995"/>
                  </a:lnTo>
                  <a:lnTo>
                    <a:pt x="996" y="328"/>
                  </a:lnTo>
                  <a:lnTo>
                    <a:pt x="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9"/>
            <p:cNvSpPr/>
            <p:nvPr/>
          </p:nvSpPr>
          <p:spPr>
            <a:xfrm>
              <a:off x="5002825" y="3678725"/>
              <a:ext cx="25225" cy="25225"/>
            </a:xfrm>
            <a:custGeom>
              <a:avLst/>
              <a:gdLst/>
              <a:ahLst/>
              <a:cxnLst/>
              <a:rect l="l" t="t" r="r" b="b"/>
              <a:pathLst>
                <a:path w="1009" h="1009" extrusionOk="0">
                  <a:moveTo>
                    <a:pt x="681" y="1"/>
                  </a:moveTo>
                  <a:lnTo>
                    <a:pt x="0" y="681"/>
                  </a:lnTo>
                  <a:lnTo>
                    <a:pt x="328" y="1009"/>
                  </a:lnTo>
                  <a:lnTo>
                    <a:pt x="1008" y="329"/>
                  </a:lnTo>
                  <a:lnTo>
                    <a:pt x="6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9"/>
            <p:cNvSpPr/>
            <p:nvPr/>
          </p:nvSpPr>
          <p:spPr>
            <a:xfrm>
              <a:off x="4912725" y="3817025"/>
              <a:ext cx="19875" cy="26500"/>
            </a:xfrm>
            <a:custGeom>
              <a:avLst/>
              <a:gdLst/>
              <a:ahLst/>
              <a:cxnLst/>
              <a:rect l="l" t="t" r="r" b="b"/>
              <a:pathLst>
                <a:path w="795" h="1060" extrusionOk="0">
                  <a:moveTo>
                    <a:pt x="366" y="1"/>
                  </a:moveTo>
                  <a:lnTo>
                    <a:pt x="0" y="883"/>
                  </a:lnTo>
                  <a:lnTo>
                    <a:pt x="429" y="1059"/>
                  </a:lnTo>
                  <a:lnTo>
                    <a:pt x="794" y="177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9"/>
            <p:cNvSpPr/>
            <p:nvPr/>
          </p:nvSpPr>
          <p:spPr>
            <a:xfrm>
              <a:off x="4977925" y="3659525"/>
              <a:ext cx="19875" cy="26800"/>
            </a:xfrm>
            <a:custGeom>
              <a:avLst/>
              <a:gdLst/>
              <a:ahLst/>
              <a:cxnLst/>
              <a:rect l="l" t="t" r="r" b="b"/>
              <a:pathLst>
                <a:path w="795" h="1072" extrusionOk="0">
                  <a:moveTo>
                    <a:pt x="366" y="0"/>
                  </a:moveTo>
                  <a:lnTo>
                    <a:pt x="1" y="895"/>
                  </a:lnTo>
                  <a:lnTo>
                    <a:pt x="429" y="1071"/>
                  </a:lnTo>
                  <a:lnTo>
                    <a:pt x="795" y="177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9"/>
            <p:cNvSpPr/>
            <p:nvPr/>
          </p:nvSpPr>
          <p:spPr>
            <a:xfrm>
              <a:off x="4895076" y="3685675"/>
              <a:ext cx="120375" cy="131700"/>
            </a:xfrm>
            <a:custGeom>
              <a:avLst/>
              <a:gdLst/>
              <a:ahLst/>
              <a:cxnLst/>
              <a:rect l="l" t="t" r="r" b="b"/>
              <a:pathLst>
                <a:path w="4815" h="5268" extrusionOk="0">
                  <a:moveTo>
                    <a:pt x="2420" y="479"/>
                  </a:moveTo>
                  <a:cubicBezTo>
                    <a:pt x="3592" y="479"/>
                    <a:pt x="4197" y="1890"/>
                    <a:pt x="3378" y="2747"/>
                  </a:cubicBezTo>
                  <a:lnTo>
                    <a:pt x="3365" y="2734"/>
                  </a:lnTo>
                  <a:cubicBezTo>
                    <a:pt x="3189" y="2911"/>
                    <a:pt x="3050" y="3138"/>
                    <a:pt x="2975" y="3377"/>
                  </a:cubicBezTo>
                  <a:lnTo>
                    <a:pt x="2647" y="3377"/>
                  </a:lnTo>
                  <a:lnTo>
                    <a:pt x="2647" y="2508"/>
                  </a:lnTo>
                  <a:lnTo>
                    <a:pt x="3390" y="1764"/>
                  </a:lnTo>
                  <a:lnTo>
                    <a:pt x="3063" y="1437"/>
                  </a:lnTo>
                  <a:lnTo>
                    <a:pt x="2407" y="2092"/>
                  </a:lnTo>
                  <a:lnTo>
                    <a:pt x="1765" y="1437"/>
                  </a:lnTo>
                  <a:lnTo>
                    <a:pt x="1437" y="1764"/>
                  </a:lnTo>
                  <a:lnTo>
                    <a:pt x="2181" y="2508"/>
                  </a:lnTo>
                  <a:lnTo>
                    <a:pt x="2181" y="3390"/>
                  </a:lnTo>
                  <a:lnTo>
                    <a:pt x="1853" y="3390"/>
                  </a:lnTo>
                  <a:cubicBezTo>
                    <a:pt x="1777" y="3138"/>
                    <a:pt x="1639" y="2923"/>
                    <a:pt x="1462" y="2747"/>
                  </a:cubicBezTo>
                  <a:cubicBezTo>
                    <a:pt x="643" y="1890"/>
                    <a:pt x="1236" y="479"/>
                    <a:pt x="2420" y="479"/>
                  </a:cubicBezTo>
                  <a:close/>
                  <a:moveTo>
                    <a:pt x="3113" y="3843"/>
                  </a:moveTo>
                  <a:lnTo>
                    <a:pt x="3113" y="4209"/>
                  </a:lnTo>
                  <a:lnTo>
                    <a:pt x="1689" y="4209"/>
                  </a:lnTo>
                  <a:lnTo>
                    <a:pt x="1689" y="3843"/>
                  </a:lnTo>
                  <a:close/>
                  <a:moveTo>
                    <a:pt x="2773" y="4675"/>
                  </a:moveTo>
                  <a:cubicBezTo>
                    <a:pt x="2735" y="4751"/>
                    <a:pt x="2659" y="4801"/>
                    <a:pt x="2584" y="4801"/>
                  </a:cubicBezTo>
                  <a:lnTo>
                    <a:pt x="2218" y="4801"/>
                  </a:lnTo>
                  <a:cubicBezTo>
                    <a:pt x="2130" y="4801"/>
                    <a:pt x="2055" y="4751"/>
                    <a:pt x="2029" y="4675"/>
                  </a:cubicBezTo>
                  <a:close/>
                  <a:moveTo>
                    <a:pt x="2395" y="0"/>
                  </a:moveTo>
                  <a:cubicBezTo>
                    <a:pt x="807" y="0"/>
                    <a:pt x="1" y="1928"/>
                    <a:pt x="1122" y="3062"/>
                  </a:cubicBezTo>
                  <a:lnTo>
                    <a:pt x="1147" y="3087"/>
                  </a:lnTo>
                  <a:cubicBezTo>
                    <a:pt x="1248" y="3201"/>
                    <a:pt x="1324" y="3327"/>
                    <a:pt x="1387" y="3478"/>
                  </a:cubicBezTo>
                  <a:cubicBezTo>
                    <a:pt x="1286" y="3554"/>
                    <a:pt x="1223" y="3680"/>
                    <a:pt x="1223" y="3818"/>
                  </a:cubicBezTo>
                  <a:lnTo>
                    <a:pt x="1223" y="4234"/>
                  </a:lnTo>
                  <a:cubicBezTo>
                    <a:pt x="1223" y="4436"/>
                    <a:pt x="1362" y="4612"/>
                    <a:pt x="1563" y="4662"/>
                  </a:cubicBezTo>
                  <a:cubicBezTo>
                    <a:pt x="1588" y="5003"/>
                    <a:pt x="1878" y="5267"/>
                    <a:pt x="2218" y="5267"/>
                  </a:cubicBezTo>
                  <a:lnTo>
                    <a:pt x="2584" y="5267"/>
                  </a:lnTo>
                  <a:cubicBezTo>
                    <a:pt x="2924" y="5267"/>
                    <a:pt x="3214" y="5003"/>
                    <a:pt x="3252" y="4662"/>
                  </a:cubicBezTo>
                  <a:cubicBezTo>
                    <a:pt x="3441" y="4612"/>
                    <a:pt x="3579" y="4436"/>
                    <a:pt x="3579" y="4234"/>
                  </a:cubicBezTo>
                  <a:lnTo>
                    <a:pt x="3579" y="3818"/>
                  </a:lnTo>
                  <a:cubicBezTo>
                    <a:pt x="3579" y="3680"/>
                    <a:pt x="3529" y="3554"/>
                    <a:pt x="3416" y="3478"/>
                  </a:cubicBezTo>
                  <a:cubicBezTo>
                    <a:pt x="3479" y="3327"/>
                    <a:pt x="3554" y="3201"/>
                    <a:pt x="3668" y="3087"/>
                  </a:cubicBezTo>
                  <a:lnTo>
                    <a:pt x="3693" y="3062"/>
                  </a:lnTo>
                  <a:cubicBezTo>
                    <a:pt x="4814" y="1928"/>
                    <a:pt x="4008" y="0"/>
                    <a:pt x="24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05" name="Google Shape;805;p49"/>
          <p:cNvSpPr/>
          <p:nvPr/>
        </p:nvSpPr>
        <p:spPr>
          <a:xfrm>
            <a:off x="2375691" y="1701345"/>
            <a:ext cx="495442" cy="497036"/>
          </a:xfrm>
          <a:custGeom>
            <a:avLst/>
            <a:gdLst/>
            <a:ahLst/>
            <a:cxnLst/>
            <a:rect l="l" t="t" r="r" b="b"/>
            <a:pathLst>
              <a:path w="7775" h="7800" extrusionOk="0">
                <a:moveTo>
                  <a:pt x="3931" y="479"/>
                </a:moveTo>
                <a:lnTo>
                  <a:pt x="3931" y="479"/>
                </a:lnTo>
                <a:cubicBezTo>
                  <a:pt x="4695" y="499"/>
                  <a:pt x="5318" y="1134"/>
                  <a:pt x="5318" y="1915"/>
                </a:cubicBezTo>
                <a:lnTo>
                  <a:pt x="5318" y="1978"/>
                </a:lnTo>
                <a:lnTo>
                  <a:pt x="5318" y="2016"/>
                </a:lnTo>
                <a:lnTo>
                  <a:pt x="5318" y="2041"/>
                </a:lnTo>
                <a:lnTo>
                  <a:pt x="5318" y="2092"/>
                </a:lnTo>
                <a:lnTo>
                  <a:pt x="5318" y="2104"/>
                </a:lnTo>
                <a:lnTo>
                  <a:pt x="5318" y="2155"/>
                </a:lnTo>
                <a:lnTo>
                  <a:pt x="5318" y="2167"/>
                </a:lnTo>
                <a:cubicBezTo>
                  <a:pt x="5318" y="2180"/>
                  <a:pt x="5305" y="2205"/>
                  <a:pt x="5305" y="2230"/>
                </a:cubicBezTo>
                <a:cubicBezTo>
                  <a:pt x="5305" y="2243"/>
                  <a:pt x="5293" y="2268"/>
                  <a:pt x="5293" y="2281"/>
                </a:cubicBezTo>
                <a:cubicBezTo>
                  <a:pt x="5293" y="2306"/>
                  <a:pt x="5280" y="2331"/>
                  <a:pt x="5267" y="2344"/>
                </a:cubicBezTo>
                <a:cubicBezTo>
                  <a:pt x="5255" y="2407"/>
                  <a:pt x="5230" y="2470"/>
                  <a:pt x="5204" y="2520"/>
                </a:cubicBezTo>
                <a:lnTo>
                  <a:pt x="5179" y="2571"/>
                </a:lnTo>
                <a:lnTo>
                  <a:pt x="5167" y="2583"/>
                </a:lnTo>
                <a:lnTo>
                  <a:pt x="5141" y="2621"/>
                </a:lnTo>
                <a:lnTo>
                  <a:pt x="5141" y="2634"/>
                </a:lnTo>
                <a:lnTo>
                  <a:pt x="5116" y="2684"/>
                </a:lnTo>
                <a:lnTo>
                  <a:pt x="5116" y="2697"/>
                </a:lnTo>
                <a:lnTo>
                  <a:pt x="5078" y="2734"/>
                </a:lnTo>
                <a:cubicBezTo>
                  <a:pt x="5078" y="2734"/>
                  <a:pt x="5078" y="2747"/>
                  <a:pt x="5078" y="2747"/>
                </a:cubicBezTo>
                <a:lnTo>
                  <a:pt x="5053" y="2785"/>
                </a:lnTo>
                <a:lnTo>
                  <a:pt x="5041" y="2797"/>
                </a:lnTo>
                <a:lnTo>
                  <a:pt x="5028" y="2810"/>
                </a:lnTo>
                <a:lnTo>
                  <a:pt x="5015" y="2835"/>
                </a:lnTo>
                <a:lnTo>
                  <a:pt x="5003" y="2848"/>
                </a:lnTo>
                <a:lnTo>
                  <a:pt x="4952" y="2886"/>
                </a:lnTo>
                <a:cubicBezTo>
                  <a:pt x="4763" y="3075"/>
                  <a:pt x="4625" y="3314"/>
                  <a:pt x="4536" y="3566"/>
                </a:cubicBezTo>
                <a:lnTo>
                  <a:pt x="4171" y="3566"/>
                </a:lnTo>
                <a:lnTo>
                  <a:pt x="4171" y="2634"/>
                </a:lnTo>
                <a:lnTo>
                  <a:pt x="4952" y="1852"/>
                </a:lnTo>
                <a:lnTo>
                  <a:pt x="4625" y="1525"/>
                </a:lnTo>
                <a:lnTo>
                  <a:pt x="3932" y="2218"/>
                </a:lnTo>
                <a:lnTo>
                  <a:pt x="3239" y="1525"/>
                </a:lnTo>
                <a:lnTo>
                  <a:pt x="2911" y="1852"/>
                </a:lnTo>
                <a:lnTo>
                  <a:pt x="3692" y="2634"/>
                </a:lnTo>
                <a:lnTo>
                  <a:pt x="3692" y="3566"/>
                </a:lnTo>
                <a:lnTo>
                  <a:pt x="3327" y="3566"/>
                </a:lnTo>
                <a:cubicBezTo>
                  <a:pt x="3314" y="3541"/>
                  <a:pt x="3302" y="3503"/>
                  <a:pt x="3289" y="3478"/>
                </a:cubicBezTo>
                <a:cubicBezTo>
                  <a:pt x="3201" y="3251"/>
                  <a:pt x="3075" y="3049"/>
                  <a:pt x="2911" y="2886"/>
                </a:cubicBezTo>
                <a:lnTo>
                  <a:pt x="2861" y="2848"/>
                </a:lnTo>
                <a:lnTo>
                  <a:pt x="2848" y="2835"/>
                </a:lnTo>
                <a:lnTo>
                  <a:pt x="2835" y="2810"/>
                </a:lnTo>
                <a:lnTo>
                  <a:pt x="2823" y="2797"/>
                </a:lnTo>
                <a:lnTo>
                  <a:pt x="2810" y="2785"/>
                </a:lnTo>
                <a:lnTo>
                  <a:pt x="2785" y="2747"/>
                </a:lnTo>
                <a:cubicBezTo>
                  <a:pt x="2785" y="2747"/>
                  <a:pt x="2785" y="2734"/>
                  <a:pt x="2772" y="2734"/>
                </a:cubicBezTo>
                <a:lnTo>
                  <a:pt x="2747" y="2697"/>
                </a:lnTo>
                <a:lnTo>
                  <a:pt x="2747" y="2684"/>
                </a:lnTo>
                <a:lnTo>
                  <a:pt x="2722" y="2634"/>
                </a:lnTo>
                <a:cubicBezTo>
                  <a:pt x="2722" y="2634"/>
                  <a:pt x="2722" y="2621"/>
                  <a:pt x="2722" y="2621"/>
                </a:cubicBezTo>
                <a:cubicBezTo>
                  <a:pt x="2722" y="2608"/>
                  <a:pt x="2709" y="2596"/>
                  <a:pt x="2697" y="2583"/>
                </a:cubicBezTo>
                <a:lnTo>
                  <a:pt x="2684" y="2571"/>
                </a:lnTo>
                <a:cubicBezTo>
                  <a:pt x="2646" y="2495"/>
                  <a:pt x="2621" y="2419"/>
                  <a:pt x="2596" y="2344"/>
                </a:cubicBezTo>
                <a:lnTo>
                  <a:pt x="2571" y="2281"/>
                </a:lnTo>
                <a:cubicBezTo>
                  <a:pt x="2571" y="2256"/>
                  <a:pt x="2558" y="2243"/>
                  <a:pt x="2558" y="2218"/>
                </a:cubicBezTo>
                <a:cubicBezTo>
                  <a:pt x="2558" y="2205"/>
                  <a:pt x="2546" y="2180"/>
                  <a:pt x="2546" y="2167"/>
                </a:cubicBezTo>
                <a:lnTo>
                  <a:pt x="2546" y="2155"/>
                </a:lnTo>
                <a:lnTo>
                  <a:pt x="2533" y="2104"/>
                </a:lnTo>
                <a:cubicBezTo>
                  <a:pt x="2533" y="2092"/>
                  <a:pt x="2533" y="2092"/>
                  <a:pt x="2533" y="2079"/>
                </a:cubicBezTo>
                <a:lnTo>
                  <a:pt x="2533" y="2041"/>
                </a:lnTo>
                <a:lnTo>
                  <a:pt x="2533" y="2016"/>
                </a:lnTo>
                <a:lnTo>
                  <a:pt x="2533" y="1966"/>
                </a:lnTo>
                <a:lnTo>
                  <a:pt x="2533" y="1903"/>
                </a:lnTo>
                <a:cubicBezTo>
                  <a:pt x="2533" y="1122"/>
                  <a:pt x="3155" y="499"/>
                  <a:pt x="3931" y="479"/>
                </a:cubicBezTo>
                <a:close/>
                <a:moveTo>
                  <a:pt x="4662" y="4045"/>
                </a:moveTo>
                <a:lnTo>
                  <a:pt x="4662" y="4473"/>
                </a:lnTo>
                <a:lnTo>
                  <a:pt x="3125" y="4473"/>
                </a:lnTo>
                <a:lnTo>
                  <a:pt x="3125" y="4045"/>
                </a:lnTo>
                <a:close/>
                <a:moveTo>
                  <a:pt x="4310" y="4940"/>
                </a:moveTo>
                <a:cubicBezTo>
                  <a:pt x="4284" y="5028"/>
                  <a:pt x="4209" y="5091"/>
                  <a:pt x="4108" y="5091"/>
                </a:cubicBezTo>
                <a:lnTo>
                  <a:pt x="3667" y="5091"/>
                </a:lnTo>
                <a:cubicBezTo>
                  <a:pt x="3579" y="5091"/>
                  <a:pt x="3491" y="5028"/>
                  <a:pt x="3478" y="4940"/>
                </a:cubicBezTo>
                <a:close/>
                <a:moveTo>
                  <a:pt x="6162" y="2898"/>
                </a:moveTo>
                <a:lnTo>
                  <a:pt x="6162" y="5960"/>
                </a:lnTo>
                <a:lnTo>
                  <a:pt x="1374" y="5960"/>
                </a:lnTo>
                <a:lnTo>
                  <a:pt x="1374" y="2898"/>
                </a:lnTo>
                <a:lnTo>
                  <a:pt x="2155" y="2898"/>
                </a:lnTo>
                <a:cubicBezTo>
                  <a:pt x="2205" y="2974"/>
                  <a:pt x="2256" y="3037"/>
                  <a:pt x="2319" y="3112"/>
                </a:cubicBezTo>
                <a:lnTo>
                  <a:pt x="2432" y="3112"/>
                </a:lnTo>
                <a:cubicBezTo>
                  <a:pt x="2445" y="3125"/>
                  <a:pt x="2445" y="3138"/>
                  <a:pt x="2457" y="3138"/>
                </a:cubicBezTo>
                <a:lnTo>
                  <a:pt x="2457" y="3150"/>
                </a:lnTo>
                <a:lnTo>
                  <a:pt x="2483" y="3175"/>
                </a:lnTo>
                <a:lnTo>
                  <a:pt x="2495" y="3188"/>
                </a:lnTo>
                <a:lnTo>
                  <a:pt x="2520" y="3226"/>
                </a:lnTo>
                <a:lnTo>
                  <a:pt x="2546" y="3238"/>
                </a:lnTo>
                <a:cubicBezTo>
                  <a:pt x="2558" y="3264"/>
                  <a:pt x="2583" y="3289"/>
                  <a:pt x="2596" y="3301"/>
                </a:cubicBezTo>
                <a:lnTo>
                  <a:pt x="2621" y="3327"/>
                </a:lnTo>
                <a:lnTo>
                  <a:pt x="2646" y="3352"/>
                </a:lnTo>
                <a:lnTo>
                  <a:pt x="2646" y="3364"/>
                </a:lnTo>
                <a:lnTo>
                  <a:pt x="2646" y="3390"/>
                </a:lnTo>
                <a:lnTo>
                  <a:pt x="2659" y="3402"/>
                </a:lnTo>
                <a:lnTo>
                  <a:pt x="2672" y="3415"/>
                </a:lnTo>
                <a:lnTo>
                  <a:pt x="2684" y="3440"/>
                </a:lnTo>
                <a:lnTo>
                  <a:pt x="2697" y="3453"/>
                </a:lnTo>
                <a:cubicBezTo>
                  <a:pt x="2697" y="3465"/>
                  <a:pt x="2709" y="3465"/>
                  <a:pt x="2709" y="3478"/>
                </a:cubicBezTo>
                <a:cubicBezTo>
                  <a:pt x="2709" y="3478"/>
                  <a:pt x="2709" y="3490"/>
                  <a:pt x="2709" y="3490"/>
                </a:cubicBezTo>
                <a:lnTo>
                  <a:pt x="2722" y="3516"/>
                </a:lnTo>
                <a:lnTo>
                  <a:pt x="2722" y="3528"/>
                </a:lnTo>
                <a:cubicBezTo>
                  <a:pt x="2722" y="3528"/>
                  <a:pt x="2722" y="3541"/>
                  <a:pt x="2735" y="3553"/>
                </a:cubicBezTo>
                <a:cubicBezTo>
                  <a:pt x="2735" y="3553"/>
                  <a:pt x="2735" y="3566"/>
                  <a:pt x="2735" y="3566"/>
                </a:cubicBezTo>
                <a:lnTo>
                  <a:pt x="2747" y="3591"/>
                </a:lnTo>
                <a:cubicBezTo>
                  <a:pt x="2747" y="3591"/>
                  <a:pt x="2747" y="3604"/>
                  <a:pt x="2747" y="3604"/>
                </a:cubicBezTo>
                <a:cubicBezTo>
                  <a:pt x="2747" y="3616"/>
                  <a:pt x="2747" y="3629"/>
                  <a:pt x="2760" y="3629"/>
                </a:cubicBezTo>
                <a:lnTo>
                  <a:pt x="2760" y="3642"/>
                </a:lnTo>
                <a:cubicBezTo>
                  <a:pt x="2646" y="3730"/>
                  <a:pt x="2583" y="3856"/>
                  <a:pt x="2583" y="3995"/>
                </a:cubicBezTo>
                <a:lnTo>
                  <a:pt x="2583" y="4473"/>
                </a:lnTo>
                <a:cubicBezTo>
                  <a:pt x="2583" y="4675"/>
                  <a:pt x="2722" y="4851"/>
                  <a:pt x="2936" y="4902"/>
                </a:cubicBezTo>
                <a:cubicBezTo>
                  <a:pt x="2949" y="5255"/>
                  <a:pt x="3239" y="5519"/>
                  <a:pt x="3591" y="5532"/>
                </a:cubicBezTo>
                <a:lnTo>
                  <a:pt x="4032" y="5532"/>
                </a:lnTo>
                <a:cubicBezTo>
                  <a:pt x="4385" y="5519"/>
                  <a:pt x="4675" y="5242"/>
                  <a:pt x="4700" y="4902"/>
                </a:cubicBezTo>
                <a:cubicBezTo>
                  <a:pt x="4902" y="4851"/>
                  <a:pt x="5041" y="4675"/>
                  <a:pt x="5041" y="4473"/>
                </a:cubicBezTo>
                <a:lnTo>
                  <a:pt x="5041" y="3995"/>
                </a:lnTo>
                <a:cubicBezTo>
                  <a:pt x="5041" y="3856"/>
                  <a:pt x="4978" y="3730"/>
                  <a:pt x="4877" y="3642"/>
                </a:cubicBezTo>
                <a:lnTo>
                  <a:pt x="4877" y="3629"/>
                </a:lnTo>
                <a:lnTo>
                  <a:pt x="4877" y="3616"/>
                </a:lnTo>
                <a:cubicBezTo>
                  <a:pt x="4877" y="3604"/>
                  <a:pt x="4877" y="3591"/>
                  <a:pt x="4877" y="3591"/>
                </a:cubicBezTo>
                <a:lnTo>
                  <a:pt x="4889" y="3579"/>
                </a:lnTo>
                <a:cubicBezTo>
                  <a:pt x="4889" y="3566"/>
                  <a:pt x="4902" y="3553"/>
                  <a:pt x="4902" y="3553"/>
                </a:cubicBezTo>
                <a:cubicBezTo>
                  <a:pt x="4902" y="3541"/>
                  <a:pt x="4902" y="3541"/>
                  <a:pt x="4902" y="3528"/>
                </a:cubicBezTo>
                <a:lnTo>
                  <a:pt x="4915" y="3516"/>
                </a:lnTo>
                <a:cubicBezTo>
                  <a:pt x="4915" y="3503"/>
                  <a:pt x="4915" y="3503"/>
                  <a:pt x="4915" y="3503"/>
                </a:cubicBezTo>
                <a:lnTo>
                  <a:pt x="4927" y="3478"/>
                </a:lnTo>
                <a:lnTo>
                  <a:pt x="4927" y="3465"/>
                </a:lnTo>
                <a:lnTo>
                  <a:pt x="4952" y="3440"/>
                </a:lnTo>
                <a:lnTo>
                  <a:pt x="4952" y="3427"/>
                </a:lnTo>
                <a:cubicBezTo>
                  <a:pt x="4952" y="3415"/>
                  <a:pt x="4952" y="3402"/>
                  <a:pt x="4965" y="3402"/>
                </a:cubicBezTo>
                <a:lnTo>
                  <a:pt x="4978" y="3364"/>
                </a:lnTo>
                <a:cubicBezTo>
                  <a:pt x="5015" y="3327"/>
                  <a:pt x="5053" y="3276"/>
                  <a:pt x="5091" y="3238"/>
                </a:cubicBezTo>
                <a:lnTo>
                  <a:pt x="5116" y="3226"/>
                </a:lnTo>
                <a:lnTo>
                  <a:pt x="5141" y="3188"/>
                </a:lnTo>
                <a:lnTo>
                  <a:pt x="5154" y="3175"/>
                </a:lnTo>
                <a:lnTo>
                  <a:pt x="5154" y="3163"/>
                </a:lnTo>
                <a:lnTo>
                  <a:pt x="5179" y="3150"/>
                </a:lnTo>
                <a:lnTo>
                  <a:pt x="5179" y="3138"/>
                </a:lnTo>
                <a:lnTo>
                  <a:pt x="5217" y="3112"/>
                </a:lnTo>
                <a:cubicBezTo>
                  <a:pt x="5267" y="3037"/>
                  <a:pt x="5318" y="2961"/>
                  <a:pt x="5368" y="2898"/>
                </a:cubicBezTo>
                <a:close/>
                <a:moveTo>
                  <a:pt x="6931" y="2218"/>
                </a:moveTo>
                <a:cubicBezTo>
                  <a:pt x="6943" y="2218"/>
                  <a:pt x="6956" y="2230"/>
                  <a:pt x="6956" y="2243"/>
                </a:cubicBezTo>
                <a:lnTo>
                  <a:pt x="6956" y="6653"/>
                </a:lnTo>
                <a:lnTo>
                  <a:pt x="819" y="6653"/>
                </a:lnTo>
                <a:lnTo>
                  <a:pt x="819" y="2243"/>
                </a:lnTo>
                <a:cubicBezTo>
                  <a:pt x="819" y="2230"/>
                  <a:pt x="832" y="2218"/>
                  <a:pt x="844" y="2218"/>
                </a:cubicBezTo>
                <a:lnTo>
                  <a:pt x="2016" y="2218"/>
                </a:lnTo>
                <a:cubicBezTo>
                  <a:pt x="2029" y="2293"/>
                  <a:pt x="2054" y="2369"/>
                  <a:pt x="2067" y="2432"/>
                </a:cubicBezTo>
                <a:lnTo>
                  <a:pt x="1033" y="2432"/>
                </a:lnTo>
                <a:lnTo>
                  <a:pt x="1033" y="6439"/>
                </a:lnTo>
                <a:lnTo>
                  <a:pt x="6742" y="6439"/>
                </a:lnTo>
                <a:lnTo>
                  <a:pt x="6742" y="2432"/>
                </a:lnTo>
                <a:lnTo>
                  <a:pt x="5708" y="2432"/>
                </a:lnTo>
                <a:cubicBezTo>
                  <a:pt x="5721" y="2356"/>
                  <a:pt x="5746" y="2293"/>
                  <a:pt x="5759" y="2218"/>
                </a:cubicBezTo>
                <a:close/>
                <a:moveTo>
                  <a:pt x="7321" y="7107"/>
                </a:moveTo>
                <a:lnTo>
                  <a:pt x="7321" y="7309"/>
                </a:lnTo>
                <a:cubicBezTo>
                  <a:pt x="7321" y="7309"/>
                  <a:pt x="7309" y="7321"/>
                  <a:pt x="7296" y="7321"/>
                </a:cubicBezTo>
                <a:lnTo>
                  <a:pt x="492" y="7321"/>
                </a:lnTo>
                <a:cubicBezTo>
                  <a:pt x="479" y="7321"/>
                  <a:pt x="466" y="7309"/>
                  <a:pt x="466" y="7309"/>
                </a:cubicBezTo>
                <a:lnTo>
                  <a:pt x="466" y="7107"/>
                </a:lnTo>
                <a:close/>
                <a:moveTo>
                  <a:pt x="3894" y="0"/>
                </a:moveTo>
                <a:cubicBezTo>
                  <a:pt x="2898" y="0"/>
                  <a:pt x="2067" y="769"/>
                  <a:pt x="2004" y="1764"/>
                </a:cubicBezTo>
                <a:lnTo>
                  <a:pt x="844" y="1764"/>
                </a:lnTo>
                <a:cubicBezTo>
                  <a:pt x="567" y="1764"/>
                  <a:pt x="353" y="1978"/>
                  <a:pt x="353" y="2243"/>
                </a:cubicBezTo>
                <a:lnTo>
                  <a:pt x="353" y="6653"/>
                </a:lnTo>
                <a:lnTo>
                  <a:pt x="0" y="6653"/>
                </a:lnTo>
                <a:lnTo>
                  <a:pt x="0" y="7309"/>
                </a:lnTo>
                <a:cubicBezTo>
                  <a:pt x="0" y="7573"/>
                  <a:pt x="214" y="7800"/>
                  <a:pt x="479" y="7800"/>
                </a:cubicBezTo>
                <a:lnTo>
                  <a:pt x="7283" y="7800"/>
                </a:lnTo>
                <a:cubicBezTo>
                  <a:pt x="7561" y="7787"/>
                  <a:pt x="7775" y="7573"/>
                  <a:pt x="7775" y="7309"/>
                </a:cubicBezTo>
                <a:lnTo>
                  <a:pt x="7775" y="6653"/>
                </a:lnTo>
                <a:lnTo>
                  <a:pt x="7422" y="6653"/>
                </a:lnTo>
                <a:lnTo>
                  <a:pt x="7422" y="2243"/>
                </a:lnTo>
                <a:cubicBezTo>
                  <a:pt x="7422" y="1978"/>
                  <a:pt x="7208" y="1764"/>
                  <a:pt x="6931" y="1764"/>
                </a:cubicBezTo>
                <a:lnTo>
                  <a:pt x="5771" y="1764"/>
                </a:lnTo>
                <a:cubicBezTo>
                  <a:pt x="5708" y="769"/>
                  <a:pt x="4877" y="0"/>
                  <a:pt x="38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9"/>
          <p:cNvSpPr/>
          <p:nvPr/>
        </p:nvSpPr>
        <p:spPr>
          <a:xfrm>
            <a:off x="5549803" y="1738471"/>
            <a:ext cx="374051" cy="427259"/>
          </a:xfrm>
          <a:custGeom>
            <a:avLst/>
            <a:gdLst/>
            <a:ahLst/>
            <a:cxnLst/>
            <a:rect l="l" t="t" r="r" b="b"/>
            <a:pathLst>
              <a:path w="5870" h="6705" extrusionOk="0">
                <a:moveTo>
                  <a:pt x="2369" y="391"/>
                </a:moveTo>
                <a:lnTo>
                  <a:pt x="2369" y="1374"/>
                </a:lnTo>
                <a:lnTo>
                  <a:pt x="391" y="1374"/>
                </a:lnTo>
                <a:lnTo>
                  <a:pt x="391" y="391"/>
                </a:lnTo>
                <a:close/>
                <a:moveTo>
                  <a:pt x="1387" y="2999"/>
                </a:moveTo>
                <a:cubicBezTo>
                  <a:pt x="1613" y="2999"/>
                  <a:pt x="1727" y="3277"/>
                  <a:pt x="1563" y="3440"/>
                </a:cubicBezTo>
                <a:cubicBezTo>
                  <a:pt x="1509" y="3494"/>
                  <a:pt x="1444" y="3518"/>
                  <a:pt x="1380" y="3518"/>
                </a:cubicBezTo>
                <a:cubicBezTo>
                  <a:pt x="1247" y="3518"/>
                  <a:pt x="1122" y="3417"/>
                  <a:pt x="1122" y="3264"/>
                </a:cubicBezTo>
                <a:cubicBezTo>
                  <a:pt x="1122" y="3113"/>
                  <a:pt x="1235" y="2999"/>
                  <a:pt x="1387" y="2999"/>
                </a:cubicBezTo>
                <a:close/>
                <a:moveTo>
                  <a:pt x="1185" y="1764"/>
                </a:moveTo>
                <a:lnTo>
                  <a:pt x="1185" y="2634"/>
                </a:lnTo>
                <a:cubicBezTo>
                  <a:pt x="580" y="2836"/>
                  <a:pt x="580" y="3692"/>
                  <a:pt x="1185" y="3881"/>
                </a:cubicBezTo>
                <a:lnTo>
                  <a:pt x="1185" y="4663"/>
                </a:lnTo>
                <a:lnTo>
                  <a:pt x="391" y="3869"/>
                </a:lnTo>
                <a:lnTo>
                  <a:pt x="391" y="2647"/>
                </a:lnTo>
                <a:lnTo>
                  <a:pt x="807" y="2206"/>
                </a:lnTo>
                <a:lnTo>
                  <a:pt x="807" y="1764"/>
                </a:lnTo>
                <a:close/>
                <a:moveTo>
                  <a:pt x="1954" y="1764"/>
                </a:moveTo>
                <a:lnTo>
                  <a:pt x="1954" y="2206"/>
                </a:lnTo>
                <a:lnTo>
                  <a:pt x="2369" y="2647"/>
                </a:lnTo>
                <a:lnTo>
                  <a:pt x="2369" y="3869"/>
                </a:lnTo>
                <a:lnTo>
                  <a:pt x="1576" y="4675"/>
                </a:lnTo>
                <a:lnTo>
                  <a:pt x="1576" y="3881"/>
                </a:lnTo>
                <a:cubicBezTo>
                  <a:pt x="2180" y="3692"/>
                  <a:pt x="2180" y="2836"/>
                  <a:pt x="1576" y="2647"/>
                </a:cubicBezTo>
                <a:lnTo>
                  <a:pt x="1576" y="1764"/>
                </a:lnTo>
                <a:close/>
                <a:moveTo>
                  <a:pt x="0" y="0"/>
                </a:moveTo>
                <a:lnTo>
                  <a:pt x="0" y="1764"/>
                </a:lnTo>
                <a:lnTo>
                  <a:pt x="416" y="1764"/>
                </a:lnTo>
                <a:lnTo>
                  <a:pt x="416" y="2042"/>
                </a:lnTo>
                <a:lnTo>
                  <a:pt x="0" y="2495"/>
                </a:lnTo>
                <a:lnTo>
                  <a:pt x="0" y="4033"/>
                </a:lnTo>
                <a:lnTo>
                  <a:pt x="1109" y="5154"/>
                </a:lnTo>
                <a:lnTo>
                  <a:pt x="5066" y="5154"/>
                </a:lnTo>
                <a:cubicBezTo>
                  <a:pt x="5305" y="5167"/>
                  <a:pt x="5305" y="5507"/>
                  <a:pt x="5066" y="5532"/>
                </a:cubicBezTo>
                <a:lnTo>
                  <a:pt x="3529" y="5532"/>
                </a:lnTo>
                <a:cubicBezTo>
                  <a:pt x="2747" y="5532"/>
                  <a:pt x="2747" y="6704"/>
                  <a:pt x="3529" y="6704"/>
                </a:cubicBezTo>
                <a:lnTo>
                  <a:pt x="4449" y="6704"/>
                </a:lnTo>
                <a:lnTo>
                  <a:pt x="4449" y="6313"/>
                </a:lnTo>
                <a:lnTo>
                  <a:pt x="3529" y="6313"/>
                </a:lnTo>
                <a:cubicBezTo>
                  <a:pt x="3289" y="6288"/>
                  <a:pt x="3289" y="5948"/>
                  <a:pt x="3529" y="5923"/>
                </a:cubicBezTo>
                <a:lnTo>
                  <a:pt x="5066" y="5923"/>
                </a:lnTo>
                <a:cubicBezTo>
                  <a:pt x="5082" y="5924"/>
                  <a:pt x="5098" y="5924"/>
                  <a:pt x="5113" y="5924"/>
                </a:cubicBezTo>
                <a:cubicBezTo>
                  <a:pt x="5869" y="5924"/>
                  <a:pt x="5869" y="4762"/>
                  <a:pt x="5113" y="4762"/>
                </a:cubicBezTo>
                <a:cubicBezTo>
                  <a:pt x="5098" y="4762"/>
                  <a:pt x="5082" y="4763"/>
                  <a:pt x="5066" y="4763"/>
                </a:cubicBezTo>
                <a:lnTo>
                  <a:pt x="2042" y="4763"/>
                </a:lnTo>
                <a:lnTo>
                  <a:pt x="2747" y="4033"/>
                </a:lnTo>
                <a:lnTo>
                  <a:pt x="2747" y="2495"/>
                </a:lnTo>
                <a:lnTo>
                  <a:pt x="2344" y="2042"/>
                </a:lnTo>
                <a:lnTo>
                  <a:pt x="2344" y="1764"/>
                </a:lnTo>
                <a:lnTo>
                  <a:pt x="2747" y="1764"/>
                </a:lnTo>
                <a:lnTo>
                  <a:pt x="274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4E8E49-E6DD-41A3-B268-0FD0909E30A0}"/>
              </a:ext>
            </a:extLst>
          </p:cNvPr>
          <p:cNvSpPr txBox="1"/>
          <p:nvPr/>
        </p:nvSpPr>
        <p:spPr>
          <a:xfrm>
            <a:off x="3451140" y="1465514"/>
            <a:ext cx="187570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7030A0"/>
                </a:solidFill>
                <a:effectLst/>
                <a:latin typeface="Fredoka One" panose="020B0604020202020204" charset="0"/>
              </a:rPr>
              <a:t>&lt;html&gt;</a:t>
            </a:r>
            <a:endParaRPr lang="en-GB" sz="1600" b="0" dirty="0">
              <a:effectLst/>
              <a:latin typeface="Fredoka One" panose="020B060402020202020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&lt;head&gt;</a:t>
            </a:r>
            <a:endParaRPr lang="en-GB" sz="1600" b="0" dirty="0">
              <a:effectLst/>
              <a:latin typeface="Fredoka One" panose="020B060402020202020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00B050"/>
                </a:solidFill>
                <a:effectLst/>
                <a:latin typeface="Fredoka One" panose="020B0604020202020204" charset="0"/>
              </a:rPr>
              <a:t>&lt;title&gt;</a:t>
            </a:r>
            <a:endParaRPr lang="en-GB" sz="1600" b="0" dirty="0">
              <a:effectLst/>
              <a:latin typeface="Fredoka One" panose="020B060402020202020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00B050"/>
                </a:solidFill>
                <a:effectLst/>
                <a:latin typeface="Fredoka One" panose="020B0604020202020204" charset="0"/>
              </a:rPr>
              <a:t>&lt;/title&gt;</a:t>
            </a:r>
            <a:endParaRPr lang="en-GB" sz="1600" b="0" dirty="0">
              <a:effectLst/>
              <a:latin typeface="Fredoka One" panose="020B060402020202020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&lt;/head&gt;</a:t>
            </a:r>
            <a:endParaRPr lang="en-GB" sz="1600" b="0" dirty="0">
              <a:effectLst/>
              <a:latin typeface="Fredoka One" panose="020B060402020202020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&lt;body&gt;</a:t>
            </a:r>
            <a:endParaRPr lang="en-GB" sz="1600" b="0" dirty="0">
              <a:effectLst/>
              <a:latin typeface="Fredoka One" panose="020B060402020202020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FF5229"/>
                </a:solidFill>
                <a:effectLst/>
                <a:latin typeface="Fredoka One" panose="020B0604020202020204" charset="0"/>
              </a:rPr>
              <a:t>&lt;h1&gt;</a:t>
            </a:r>
            <a:r>
              <a:rPr lang="en-GB" sz="1600" b="0" i="0" u="none" strike="noStrike" dirty="0">
                <a:effectLst/>
                <a:latin typeface="Fredoka One" panose="020B0604020202020204" charset="0"/>
              </a:rPr>
              <a:t>heading</a:t>
            </a:r>
            <a:r>
              <a:rPr lang="en-GB" sz="1600" b="0" i="0" u="none" strike="noStrike" dirty="0">
                <a:solidFill>
                  <a:srgbClr val="FF5229"/>
                </a:solidFill>
                <a:effectLst/>
                <a:latin typeface="Fredoka One" panose="020B0604020202020204" charset="0"/>
              </a:rPr>
              <a:t>&lt;/h1&gt;</a:t>
            </a:r>
            <a:endParaRPr lang="en-GB" sz="1600" b="0" dirty="0">
              <a:effectLst/>
              <a:latin typeface="Fredoka One" panose="020B060402020202020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FF5229"/>
                </a:solidFill>
                <a:effectLst/>
                <a:latin typeface="Fredoka One" panose="020B0604020202020204" charset="0"/>
              </a:rPr>
              <a:t>&lt;p&gt;</a:t>
            </a:r>
            <a:r>
              <a:rPr lang="en-GB" sz="1600" b="0" i="0" u="none" strike="noStrike" dirty="0">
                <a:effectLst/>
                <a:latin typeface="Fredoka One" panose="020B0604020202020204" charset="0"/>
              </a:rPr>
              <a:t>paragraph</a:t>
            </a:r>
            <a:r>
              <a:rPr lang="en-GB" sz="1600" b="0" i="0" u="none" strike="noStrike" dirty="0">
                <a:solidFill>
                  <a:srgbClr val="FF5229"/>
                </a:solidFill>
                <a:effectLst/>
                <a:latin typeface="Fredoka One" panose="020B0604020202020204" charset="0"/>
              </a:rPr>
              <a:t>&lt;/p&gt;</a:t>
            </a:r>
            <a:endParaRPr lang="en-GB" sz="1600" b="0" dirty="0">
              <a:effectLst/>
              <a:latin typeface="Fredoka One" panose="020B060402020202020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&lt;/body&gt;</a:t>
            </a:r>
            <a:endParaRPr lang="en-GB" sz="1600" b="0" dirty="0">
              <a:effectLst/>
              <a:latin typeface="Fredoka One" panose="020B060402020202020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600" b="0" i="0" u="none" strike="noStrike" dirty="0">
                <a:solidFill>
                  <a:srgbClr val="7030A0"/>
                </a:solidFill>
                <a:effectLst/>
                <a:latin typeface="Fredoka One" panose="020B0604020202020204" charset="0"/>
              </a:rPr>
              <a:t>&lt;/html&gt;</a:t>
            </a:r>
            <a:endParaRPr lang="en-GB" sz="1600" b="0" dirty="0">
              <a:effectLst/>
              <a:latin typeface="Fredoka One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5"/>
          <p:cNvSpPr txBox="1">
            <a:spLocks noGrp="1"/>
          </p:cNvSpPr>
          <p:nvPr>
            <p:ph type="title"/>
          </p:nvPr>
        </p:nvSpPr>
        <p:spPr>
          <a:xfrm>
            <a:off x="722400" y="1462482"/>
            <a:ext cx="3849600" cy="136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FFFFFF"/>
                </a:solidFill>
                <a:effectLst/>
                <a:latin typeface="Rockwell" panose="02060603020205020403" pitchFamily="18" charset="0"/>
              </a:rPr>
              <a:t>What is an id in HTML?</a:t>
            </a:r>
            <a:br>
              <a:rPr lang="en-GB" b="0" dirty="0">
                <a:effectLst/>
              </a:rPr>
            </a:br>
            <a:br>
              <a:rPr lang="en-GB" sz="4000" dirty="0">
                <a:solidFill>
                  <a:schemeClr val="bg2"/>
                </a:solidFill>
                <a:latin typeface="Fredoka One" panose="020B0604020202020204" charset="0"/>
              </a:rPr>
            </a:br>
            <a:r>
              <a:rPr lang="en-GB" sz="4000" b="0" i="0" u="none" strike="noStrike" dirty="0">
                <a:solidFill>
                  <a:schemeClr val="tx1"/>
                </a:solidFill>
                <a:effectLst/>
                <a:latin typeface="Fredoka One" panose="020B0604020202020204" charset="0"/>
              </a:rPr>
              <a:t>What is an id in HTML?</a:t>
            </a:r>
            <a:endParaRPr sz="4000" dirty="0">
              <a:solidFill>
                <a:schemeClr val="tx1"/>
              </a:solidFill>
              <a:latin typeface="Fredoka One" panose="020B0604020202020204" charset="0"/>
            </a:endParaRPr>
          </a:p>
        </p:txBody>
      </p:sp>
      <p:grpSp>
        <p:nvGrpSpPr>
          <p:cNvPr id="647" name="Google Shape;647;p45"/>
          <p:cNvGrpSpPr/>
          <p:nvPr/>
        </p:nvGrpSpPr>
        <p:grpSpPr>
          <a:xfrm>
            <a:off x="5891311" y="1678166"/>
            <a:ext cx="1726241" cy="2931800"/>
            <a:chOff x="3609011" y="1674000"/>
            <a:chExt cx="1726241" cy="2931800"/>
          </a:xfrm>
        </p:grpSpPr>
        <p:grpSp>
          <p:nvGrpSpPr>
            <p:cNvPr id="648" name="Google Shape;648;p45"/>
            <p:cNvGrpSpPr/>
            <p:nvPr/>
          </p:nvGrpSpPr>
          <p:grpSpPr>
            <a:xfrm>
              <a:off x="3609011" y="1674000"/>
              <a:ext cx="1726241" cy="2931800"/>
              <a:chOff x="2845761" y="1676300"/>
              <a:chExt cx="1726241" cy="2931800"/>
            </a:xfrm>
          </p:grpSpPr>
          <p:sp>
            <p:nvSpPr>
              <p:cNvPr id="649" name="Google Shape;649;p45"/>
              <p:cNvSpPr/>
              <p:nvPr/>
            </p:nvSpPr>
            <p:spPr>
              <a:xfrm>
                <a:off x="3568998" y="3471803"/>
                <a:ext cx="150286" cy="117325"/>
              </a:xfrm>
              <a:custGeom>
                <a:avLst/>
                <a:gdLst/>
                <a:ahLst/>
                <a:cxnLst/>
                <a:rect l="l" t="t" r="r" b="b"/>
                <a:pathLst>
                  <a:path w="921" h="719" extrusionOk="0">
                    <a:moveTo>
                      <a:pt x="706" y="139"/>
                    </a:moveTo>
                    <a:cubicBezTo>
                      <a:pt x="921" y="353"/>
                      <a:pt x="769" y="719"/>
                      <a:pt x="467" y="719"/>
                    </a:cubicBezTo>
                    <a:cubicBezTo>
                      <a:pt x="152" y="719"/>
                      <a:pt x="1" y="353"/>
                      <a:pt x="215" y="139"/>
                    </a:cubicBezTo>
                    <a:cubicBezTo>
                      <a:pt x="354" y="1"/>
                      <a:pt x="568" y="1"/>
                      <a:pt x="706" y="13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5"/>
              <p:cNvSpPr/>
              <p:nvPr/>
            </p:nvSpPr>
            <p:spPr>
              <a:xfrm>
                <a:off x="2845761" y="4454122"/>
                <a:ext cx="1684667" cy="153978"/>
              </a:xfrm>
              <a:custGeom>
                <a:avLst/>
                <a:gdLst/>
                <a:ahLst/>
                <a:cxnLst/>
                <a:rect l="l" t="t" r="r" b="b"/>
                <a:pathLst>
                  <a:path w="18348" h="1677" extrusionOk="0">
                    <a:moveTo>
                      <a:pt x="9174" y="1"/>
                    </a:moveTo>
                    <a:cubicBezTo>
                      <a:pt x="4108" y="1"/>
                      <a:pt x="0" y="366"/>
                      <a:pt x="0" y="833"/>
                    </a:cubicBezTo>
                    <a:cubicBezTo>
                      <a:pt x="0" y="1299"/>
                      <a:pt x="4108" y="1677"/>
                      <a:pt x="9174" y="1677"/>
                    </a:cubicBezTo>
                    <a:cubicBezTo>
                      <a:pt x="14239" y="1677"/>
                      <a:pt x="18347" y="1311"/>
                      <a:pt x="18347" y="833"/>
                    </a:cubicBezTo>
                    <a:cubicBezTo>
                      <a:pt x="18347" y="366"/>
                      <a:pt x="14239" y="1"/>
                      <a:pt x="9174" y="1"/>
                    </a:cubicBezTo>
                    <a:close/>
                  </a:path>
                </a:pathLst>
              </a:custGeom>
              <a:solidFill>
                <a:srgbClr val="000000">
                  <a:alpha val="392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5"/>
              <p:cNvSpPr/>
              <p:nvPr/>
            </p:nvSpPr>
            <p:spPr>
              <a:xfrm>
                <a:off x="2911685" y="1676300"/>
                <a:ext cx="1161675" cy="1928718"/>
              </a:xfrm>
              <a:custGeom>
                <a:avLst/>
                <a:gdLst/>
                <a:ahLst/>
                <a:cxnLst/>
                <a:rect l="l" t="t" r="r" b="b"/>
                <a:pathLst>
                  <a:path w="12652" h="21006" extrusionOk="0">
                    <a:moveTo>
                      <a:pt x="5381" y="1"/>
                    </a:moveTo>
                    <a:cubicBezTo>
                      <a:pt x="4698" y="1"/>
                      <a:pt x="3997" y="55"/>
                      <a:pt x="3264" y="164"/>
                    </a:cubicBezTo>
                    <a:cubicBezTo>
                      <a:pt x="2344" y="315"/>
                      <a:pt x="1323" y="555"/>
                      <a:pt x="189" y="882"/>
                    </a:cubicBezTo>
                    <a:lnTo>
                      <a:pt x="0" y="5204"/>
                    </a:lnTo>
                    <a:cubicBezTo>
                      <a:pt x="958" y="4637"/>
                      <a:pt x="1878" y="4222"/>
                      <a:pt x="2760" y="3957"/>
                    </a:cubicBezTo>
                    <a:cubicBezTo>
                      <a:pt x="3528" y="3723"/>
                      <a:pt x="4247" y="3598"/>
                      <a:pt x="4917" y="3598"/>
                    </a:cubicBezTo>
                    <a:cubicBezTo>
                      <a:pt x="5005" y="3598"/>
                      <a:pt x="5093" y="3600"/>
                      <a:pt x="5179" y="3604"/>
                    </a:cubicBezTo>
                    <a:cubicBezTo>
                      <a:pt x="5973" y="3629"/>
                      <a:pt x="6578" y="3844"/>
                      <a:pt x="7006" y="4234"/>
                    </a:cubicBezTo>
                    <a:cubicBezTo>
                      <a:pt x="7422" y="4612"/>
                      <a:pt x="7624" y="5116"/>
                      <a:pt x="7599" y="5759"/>
                    </a:cubicBezTo>
                    <a:cubicBezTo>
                      <a:pt x="7574" y="6187"/>
                      <a:pt x="7435" y="6603"/>
                      <a:pt x="7170" y="7006"/>
                    </a:cubicBezTo>
                    <a:cubicBezTo>
                      <a:pt x="6918" y="7422"/>
                      <a:pt x="6515" y="7851"/>
                      <a:pt x="5973" y="8304"/>
                    </a:cubicBezTo>
                    <a:lnTo>
                      <a:pt x="5053" y="9060"/>
                    </a:lnTo>
                    <a:cubicBezTo>
                      <a:pt x="4045" y="9917"/>
                      <a:pt x="3377" y="10635"/>
                      <a:pt x="3050" y="11215"/>
                    </a:cubicBezTo>
                    <a:cubicBezTo>
                      <a:pt x="2722" y="11770"/>
                      <a:pt x="2533" y="12437"/>
                      <a:pt x="2508" y="13181"/>
                    </a:cubicBezTo>
                    <a:lnTo>
                      <a:pt x="2470" y="13861"/>
                    </a:lnTo>
                    <a:lnTo>
                      <a:pt x="7435" y="14075"/>
                    </a:lnTo>
                    <a:lnTo>
                      <a:pt x="7460" y="13458"/>
                    </a:lnTo>
                    <a:cubicBezTo>
                      <a:pt x="7485" y="13042"/>
                      <a:pt x="7599" y="12677"/>
                      <a:pt x="7800" y="12337"/>
                    </a:cubicBezTo>
                    <a:cubicBezTo>
                      <a:pt x="8015" y="12009"/>
                      <a:pt x="8443" y="11568"/>
                      <a:pt x="9086" y="11026"/>
                    </a:cubicBezTo>
                    <a:lnTo>
                      <a:pt x="10005" y="10270"/>
                    </a:lnTo>
                    <a:cubicBezTo>
                      <a:pt x="10900" y="9501"/>
                      <a:pt x="11543" y="8758"/>
                      <a:pt x="11933" y="8077"/>
                    </a:cubicBezTo>
                    <a:cubicBezTo>
                      <a:pt x="12324" y="7372"/>
                      <a:pt x="12538" y="6578"/>
                      <a:pt x="12576" y="5671"/>
                    </a:cubicBezTo>
                    <a:cubicBezTo>
                      <a:pt x="12652" y="3919"/>
                      <a:pt x="12122" y="2571"/>
                      <a:pt x="10988" y="1613"/>
                    </a:cubicBezTo>
                    <a:cubicBezTo>
                      <a:pt x="9854" y="643"/>
                      <a:pt x="8178" y="101"/>
                      <a:pt x="5935" y="13"/>
                    </a:cubicBezTo>
                    <a:cubicBezTo>
                      <a:pt x="5752" y="5"/>
                      <a:pt x="5567" y="1"/>
                      <a:pt x="5381" y="1"/>
                    </a:cubicBezTo>
                    <a:close/>
                    <a:moveTo>
                      <a:pt x="2382" y="15890"/>
                    </a:moveTo>
                    <a:lnTo>
                      <a:pt x="2168" y="20792"/>
                    </a:lnTo>
                    <a:lnTo>
                      <a:pt x="7132" y="21006"/>
                    </a:lnTo>
                    <a:lnTo>
                      <a:pt x="7347" y="16117"/>
                    </a:lnTo>
                    <a:lnTo>
                      <a:pt x="2382" y="1589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5"/>
              <p:cNvSpPr/>
              <p:nvPr/>
            </p:nvSpPr>
            <p:spPr>
              <a:xfrm>
                <a:off x="3128004" y="3073933"/>
                <a:ext cx="784581" cy="1107319"/>
              </a:xfrm>
              <a:custGeom>
                <a:avLst/>
                <a:gdLst/>
                <a:ahLst/>
                <a:cxnLst/>
                <a:rect l="l" t="t" r="r" b="b"/>
                <a:pathLst>
                  <a:path w="8545" h="12060" extrusionOk="0">
                    <a:moveTo>
                      <a:pt x="6226" y="0"/>
                    </a:moveTo>
                    <a:cubicBezTo>
                      <a:pt x="6226" y="0"/>
                      <a:pt x="5734" y="2583"/>
                      <a:pt x="5722" y="2924"/>
                    </a:cubicBezTo>
                    <a:cubicBezTo>
                      <a:pt x="5709" y="3264"/>
                      <a:pt x="4839" y="5797"/>
                      <a:pt x="4839" y="5797"/>
                    </a:cubicBezTo>
                    <a:lnTo>
                      <a:pt x="1" y="11845"/>
                    </a:lnTo>
                    <a:lnTo>
                      <a:pt x="895" y="12059"/>
                    </a:lnTo>
                    <a:cubicBezTo>
                      <a:pt x="895" y="12059"/>
                      <a:pt x="5558" y="7598"/>
                      <a:pt x="5948" y="6931"/>
                    </a:cubicBezTo>
                    <a:cubicBezTo>
                      <a:pt x="6326" y="6263"/>
                      <a:pt x="8544" y="2861"/>
                      <a:pt x="8544" y="2861"/>
                    </a:cubicBezTo>
                    <a:lnTo>
                      <a:pt x="62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5"/>
              <p:cNvSpPr/>
              <p:nvPr/>
            </p:nvSpPr>
            <p:spPr>
              <a:xfrm>
                <a:off x="3676420" y="3073933"/>
                <a:ext cx="234961" cy="372595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4058" extrusionOk="0">
                    <a:moveTo>
                      <a:pt x="253" y="0"/>
                    </a:moveTo>
                    <a:cubicBezTo>
                      <a:pt x="253" y="0"/>
                      <a:pt x="127" y="655"/>
                      <a:pt x="1" y="1348"/>
                    </a:cubicBezTo>
                    <a:cubicBezTo>
                      <a:pt x="1" y="1815"/>
                      <a:pt x="177" y="2268"/>
                      <a:pt x="467" y="2621"/>
                    </a:cubicBezTo>
                    <a:cubicBezTo>
                      <a:pt x="757" y="2974"/>
                      <a:pt x="1261" y="3503"/>
                      <a:pt x="1802" y="4058"/>
                    </a:cubicBezTo>
                    <a:cubicBezTo>
                      <a:pt x="2231" y="3390"/>
                      <a:pt x="2559" y="2861"/>
                      <a:pt x="2559" y="2861"/>
                    </a:cubicBezTo>
                    <a:lnTo>
                      <a:pt x="253" y="0"/>
                    </a:lnTo>
                    <a:close/>
                  </a:path>
                </a:pathLst>
              </a:custGeom>
              <a:solidFill>
                <a:srgbClr val="000000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5"/>
              <p:cNvSpPr/>
              <p:nvPr/>
            </p:nvSpPr>
            <p:spPr>
              <a:xfrm>
                <a:off x="3685694" y="3073933"/>
                <a:ext cx="627205" cy="1280854"/>
              </a:xfrm>
              <a:custGeom>
                <a:avLst/>
                <a:gdLst/>
                <a:ahLst/>
                <a:cxnLst/>
                <a:rect l="l" t="t" r="r" b="b"/>
                <a:pathLst>
                  <a:path w="6831" h="13950" extrusionOk="0">
                    <a:moveTo>
                      <a:pt x="152" y="0"/>
                    </a:moveTo>
                    <a:lnTo>
                      <a:pt x="152" y="0"/>
                    </a:lnTo>
                    <a:cubicBezTo>
                      <a:pt x="0" y="857"/>
                      <a:pt x="215" y="1739"/>
                      <a:pt x="756" y="2407"/>
                    </a:cubicBezTo>
                    <a:cubicBezTo>
                      <a:pt x="1664" y="3503"/>
                      <a:pt x="4209" y="6590"/>
                      <a:pt x="4209" y="6590"/>
                    </a:cubicBezTo>
                    <a:cubicBezTo>
                      <a:pt x="4209" y="6590"/>
                      <a:pt x="3314" y="13911"/>
                      <a:pt x="3340" y="13911"/>
                    </a:cubicBezTo>
                    <a:cubicBezTo>
                      <a:pt x="3352" y="13924"/>
                      <a:pt x="4058" y="13949"/>
                      <a:pt x="4058" y="13949"/>
                    </a:cubicBezTo>
                    <a:cubicBezTo>
                      <a:pt x="4058" y="13949"/>
                      <a:pt x="6830" y="7107"/>
                      <a:pt x="6452" y="6162"/>
                    </a:cubicBezTo>
                    <a:cubicBezTo>
                      <a:pt x="6074" y="5229"/>
                      <a:pt x="3642" y="202"/>
                      <a:pt x="3642" y="202"/>
                    </a:cubicBez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5"/>
              <p:cNvSpPr/>
              <p:nvPr/>
            </p:nvSpPr>
            <p:spPr>
              <a:xfrm>
                <a:off x="3056295" y="4161410"/>
                <a:ext cx="246989" cy="293081"/>
              </a:xfrm>
              <a:custGeom>
                <a:avLst/>
                <a:gdLst/>
                <a:ahLst/>
                <a:cxnLst/>
                <a:rect l="l" t="t" r="r" b="b"/>
                <a:pathLst>
                  <a:path w="2690" h="3192" extrusionOk="0">
                    <a:moveTo>
                      <a:pt x="782" y="1"/>
                    </a:moveTo>
                    <a:lnTo>
                      <a:pt x="0" y="807"/>
                    </a:lnTo>
                    <a:lnTo>
                      <a:pt x="2495" y="3189"/>
                    </a:lnTo>
                    <a:cubicBezTo>
                      <a:pt x="2503" y="3191"/>
                      <a:pt x="2511" y="3192"/>
                      <a:pt x="2519" y="3192"/>
                    </a:cubicBezTo>
                    <a:cubicBezTo>
                      <a:pt x="2620" y="3192"/>
                      <a:pt x="2690" y="3045"/>
                      <a:pt x="2596" y="2975"/>
                    </a:cubicBezTo>
                    <a:lnTo>
                      <a:pt x="1613" y="644"/>
                    </a:lnTo>
                    <a:lnTo>
                      <a:pt x="1676" y="228"/>
                    </a:lnTo>
                    <a:lnTo>
                      <a:pt x="78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5"/>
              <p:cNvSpPr/>
              <p:nvPr/>
            </p:nvSpPr>
            <p:spPr>
              <a:xfrm>
                <a:off x="3960407" y="4351195"/>
                <a:ext cx="417219" cy="152050"/>
              </a:xfrm>
              <a:custGeom>
                <a:avLst/>
                <a:gdLst/>
                <a:ahLst/>
                <a:cxnLst/>
                <a:rect l="l" t="t" r="r" b="b"/>
                <a:pathLst>
                  <a:path w="4544" h="1656" extrusionOk="0">
                    <a:moveTo>
                      <a:pt x="348" y="0"/>
                    </a:moveTo>
                    <a:lnTo>
                      <a:pt x="70" y="1185"/>
                    </a:lnTo>
                    <a:cubicBezTo>
                      <a:pt x="0" y="1431"/>
                      <a:pt x="191" y="1655"/>
                      <a:pt x="441" y="1655"/>
                    </a:cubicBezTo>
                    <a:cubicBezTo>
                      <a:pt x="460" y="1655"/>
                      <a:pt x="479" y="1654"/>
                      <a:pt x="499" y="1651"/>
                    </a:cubicBezTo>
                    <a:lnTo>
                      <a:pt x="4418" y="1059"/>
                    </a:lnTo>
                    <a:cubicBezTo>
                      <a:pt x="4544" y="1034"/>
                      <a:pt x="4544" y="857"/>
                      <a:pt x="4418" y="832"/>
                    </a:cubicBezTo>
                    <a:lnTo>
                      <a:pt x="1482" y="278"/>
                    </a:lnTo>
                    <a:lnTo>
                      <a:pt x="1066" y="38"/>
                    </a:lnTo>
                    <a:lnTo>
                      <a:pt x="3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5"/>
              <p:cNvSpPr/>
              <p:nvPr/>
            </p:nvSpPr>
            <p:spPr>
              <a:xfrm>
                <a:off x="3687989" y="2188820"/>
                <a:ext cx="513811" cy="997414"/>
              </a:xfrm>
              <a:custGeom>
                <a:avLst/>
                <a:gdLst/>
                <a:ahLst/>
                <a:cxnLst/>
                <a:rect l="l" t="t" r="r" b="b"/>
                <a:pathLst>
                  <a:path w="5596" h="10863" extrusionOk="0">
                    <a:moveTo>
                      <a:pt x="3667" y="0"/>
                    </a:moveTo>
                    <a:cubicBezTo>
                      <a:pt x="2029" y="845"/>
                      <a:pt x="883" y="2218"/>
                      <a:pt x="719" y="4386"/>
                    </a:cubicBezTo>
                    <a:cubicBezTo>
                      <a:pt x="555" y="6540"/>
                      <a:pt x="731" y="7561"/>
                      <a:pt x="1" y="9930"/>
                    </a:cubicBezTo>
                    <a:lnTo>
                      <a:pt x="3982" y="10862"/>
                    </a:lnTo>
                    <a:cubicBezTo>
                      <a:pt x="3982" y="10862"/>
                      <a:pt x="4209" y="6528"/>
                      <a:pt x="4751" y="4990"/>
                    </a:cubicBezTo>
                    <a:cubicBezTo>
                      <a:pt x="5293" y="3466"/>
                      <a:pt x="5595" y="2256"/>
                      <a:pt x="5066" y="1424"/>
                    </a:cubicBezTo>
                    <a:cubicBezTo>
                      <a:pt x="4688" y="870"/>
                      <a:pt x="4209" y="391"/>
                      <a:pt x="36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5"/>
              <p:cNvSpPr/>
              <p:nvPr/>
            </p:nvSpPr>
            <p:spPr>
              <a:xfrm>
                <a:off x="4024678" y="2048800"/>
                <a:ext cx="203743" cy="276279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3009" extrusionOk="0">
                    <a:moveTo>
                      <a:pt x="467" y="1"/>
                    </a:moveTo>
                    <a:cubicBezTo>
                      <a:pt x="467" y="1"/>
                      <a:pt x="794" y="1034"/>
                      <a:pt x="0" y="1525"/>
                    </a:cubicBezTo>
                    <a:cubicBezTo>
                      <a:pt x="538" y="2791"/>
                      <a:pt x="973" y="3009"/>
                      <a:pt x="1208" y="3009"/>
                    </a:cubicBezTo>
                    <a:cubicBezTo>
                      <a:pt x="1331" y="3009"/>
                      <a:pt x="1399" y="2949"/>
                      <a:pt x="1399" y="2949"/>
                    </a:cubicBezTo>
                    <a:cubicBezTo>
                      <a:pt x="1286" y="2395"/>
                      <a:pt x="1651" y="1841"/>
                      <a:pt x="2218" y="1740"/>
                    </a:cubicBezTo>
                    <a:lnTo>
                      <a:pt x="467" y="1"/>
                    </a:ln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5"/>
              <p:cNvSpPr/>
              <p:nvPr/>
            </p:nvSpPr>
            <p:spPr>
              <a:xfrm>
                <a:off x="4013201" y="1734420"/>
                <a:ext cx="558801" cy="397845"/>
              </a:xfrm>
              <a:custGeom>
                <a:avLst/>
                <a:gdLst/>
                <a:ahLst/>
                <a:cxnLst/>
                <a:rect l="l" t="t" r="r" b="b"/>
                <a:pathLst>
                  <a:path w="6086" h="4333" extrusionOk="0">
                    <a:moveTo>
                      <a:pt x="1640" y="0"/>
                    </a:moveTo>
                    <a:cubicBezTo>
                      <a:pt x="1476" y="0"/>
                      <a:pt x="1308" y="65"/>
                      <a:pt x="1096" y="262"/>
                    </a:cubicBezTo>
                    <a:cubicBezTo>
                      <a:pt x="1064" y="258"/>
                      <a:pt x="1033" y="255"/>
                      <a:pt x="1003" y="255"/>
                    </a:cubicBezTo>
                    <a:cubicBezTo>
                      <a:pt x="0" y="255"/>
                      <a:pt x="17" y="2658"/>
                      <a:pt x="176" y="3160"/>
                    </a:cubicBezTo>
                    <a:cubicBezTo>
                      <a:pt x="390" y="3815"/>
                      <a:pt x="655" y="3778"/>
                      <a:pt x="592" y="4332"/>
                    </a:cubicBezTo>
                    <a:cubicBezTo>
                      <a:pt x="592" y="4332"/>
                      <a:pt x="1695" y="2904"/>
                      <a:pt x="3155" y="2904"/>
                    </a:cubicBezTo>
                    <a:cubicBezTo>
                      <a:pt x="3396" y="2904"/>
                      <a:pt x="3648" y="2943"/>
                      <a:pt x="3906" y="3034"/>
                    </a:cubicBezTo>
                    <a:cubicBezTo>
                      <a:pt x="4069" y="3093"/>
                      <a:pt x="4221" y="3119"/>
                      <a:pt x="4362" y="3119"/>
                    </a:cubicBezTo>
                    <a:cubicBezTo>
                      <a:pt x="5738" y="3119"/>
                      <a:pt x="6086" y="619"/>
                      <a:pt x="4973" y="619"/>
                    </a:cubicBezTo>
                    <a:cubicBezTo>
                      <a:pt x="4915" y="619"/>
                      <a:pt x="4853" y="626"/>
                      <a:pt x="4788" y="640"/>
                    </a:cubicBezTo>
                    <a:cubicBezTo>
                      <a:pt x="4657" y="669"/>
                      <a:pt x="4525" y="682"/>
                      <a:pt x="4394" y="682"/>
                    </a:cubicBezTo>
                    <a:cubicBezTo>
                      <a:pt x="3676" y="682"/>
                      <a:pt x="2964" y="305"/>
                      <a:pt x="2431" y="199"/>
                    </a:cubicBezTo>
                    <a:cubicBezTo>
                      <a:pt x="2098" y="132"/>
                      <a:pt x="1873" y="0"/>
                      <a:pt x="16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5"/>
              <p:cNvSpPr/>
              <p:nvPr/>
            </p:nvSpPr>
            <p:spPr>
              <a:xfrm>
                <a:off x="4057916" y="1953678"/>
                <a:ext cx="322004" cy="311261"/>
              </a:xfrm>
              <a:custGeom>
                <a:avLst/>
                <a:gdLst/>
                <a:ahLst/>
                <a:cxnLst/>
                <a:rect l="l" t="t" r="r" b="b"/>
                <a:pathLst>
                  <a:path w="3507" h="3390" extrusionOk="0">
                    <a:moveTo>
                      <a:pt x="1366" y="1"/>
                    </a:moveTo>
                    <a:cubicBezTo>
                      <a:pt x="1245" y="1"/>
                      <a:pt x="1125" y="68"/>
                      <a:pt x="1062" y="193"/>
                    </a:cubicBezTo>
                    <a:lnTo>
                      <a:pt x="886" y="571"/>
                    </a:lnTo>
                    <a:cubicBezTo>
                      <a:pt x="893" y="469"/>
                      <a:pt x="757" y="356"/>
                      <a:pt x="615" y="356"/>
                    </a:cubicBezTo>
                    <a:cubicBezTo>
                      <a:pt x="493" y="356"/>
                      <a:pt x="365" y="439"/>
                      <a:pt x="319" y="684"/>
                    </a:cubicBezTo>
                    <a:cubicBezTo>
                      <a:pt x="205" y="1201"/>
                      <a:pt x="470" y="1251"/>
                      <a:pt x="470" y="1251"/>
                    </a:cubicBezTo>
                    <a:lnTo>
                      <a:pt x="319" y="1591"/>
                    </a:lnTo>
                    <a:lnTo>
                      <a:pt x="180" y="1894"/>
                    </a:lnTo>
                    <a:cubicBezTo>
                      <a:pt x="1" y="2432"/>
                      <a:pt x="1761" y="3389"/>
                      <a:pt x="2146" y="3389"/>
                    </a:cubicBezTo>
                    <a:cubicBezTo>
                      <a:pt x="2167" y="3389"/>
                      <a:pt x="2184" y="3386"/>
                      <a:pt x="2196" y="3381"/>
                    </a:cubicBezTo>
                    <a:cubicBezTo>
                      <a:pt x="2436" y="3280"/>
                      <a:pt x="2789" y="1919"/>
                      <a:pt x="2789" y="1919"/>
                    </a:cubicBezTo>
                    <a:lnTo>
                      <a:pt x="3192" y="2020"/>
                    </a:lnTo>
                    <a:cubicBezTo>
                      <a:pt x="3255" y="1503"/>
                      <a:pt x="3368" y="999"/>
                      <a:pt x="3507" y="495"/>
                    </a:cubicBezTo>
                    <a:cubicBezTo>
                      <a:pt x="3507" y="495"/>
                      <a:pt x="3398" y="143"/>
                      <a:pt x="2866" y="143"/>
                    </a:cubicBezTo>
                    <a:cubicBezTo>
                      <a:pt x="2745" y="143"/>
                      <a:pt x="2603" y="161"/>
                      <a:pt x="2436" y="205"/>
                    </a:cubicBezTo>
                    <a:cubicBezTo>
                      <a:pt x="2336" y="240"/>
                      <a:pt x="2234" y="257"/>
                      <a:pt x="2132" y="257"/>
                    </a:cubicBezTo>
                    <a:cubicBezTo>
                      <a:pt x="1937" y="257"/>
                      <a:pt x="1744" y="195"/>
                      <a:pt x="1579" y="79"/>
                    </a:cubicBezTo>
                    <a:cubicBezTo>
                      <a:pt x="1517" y="26"/>
                      <a:pt x="1441" y="1"/>
                      <a:pt x="1366" y="1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45"/>
              <p:cNvSpPr/>
              <p:nvPr/>
            </p:nvSpPr>
            <p:spPr>
              <a:xfrm>
                <a:off x="3164546" y="2895717"/>
                <a:ext cx="208885" cy="108436"/>
              </a:xfrm>
              <a:custGeom>
                <a:avLst/>
                <a:gdLst/>
                <a:ahLst/>
                <a:cxnLst/>
                <a:rect l="l" t="t" r="r" b="b"/>
                <a:pathLst>
                  <a:path w="2275" h="1181" extrusionOk="0">
                    <a:moveTo>
                      <a:pt x="2274" y="1"/>
                    </a:moveTo>
                    <a:cubicBezTo>
                      <a:pt x="2274" y="1"/>
                      <a:pt x="397" y="316"/>
                      <a:pt x="19" y="631"/>
                    </a:cubicBezTo>
                    <a:cubicBezTo>
                      <a:pt x="1" y="1046"/>
                      <a:pt x="273" y="1181"/>
                      <a:pt x="634" y="1181"/>
                    </a:cubicBezTo>
                    <a:cubicBezTo>
                      <a:pt x="1302" y="1181"/>
                      <a:pt x="2274" y="719"/>
                      <a:pt x="2274" y="719"/>
                    </a:cubicBezTo>
                    <a:lnTo>
                      <a:pt x="2274" y="1"/>
                    </a:ln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45"/>
              <p:cNvSpPr/>
              <p:nvPr/>
            </p:nvSpPr>
            <p:spPr>
              <a:xfrm>
                <a:off x="3331651" y="2292298"/>
                <a:ext cx="742895" cy="675226"/>
              </a:xfrm>
              <a:custGeom>
                <a:avLst/>
                <a:gdLst/>
                <a:ahLst/>
                <a:cxnLst/>
                <a:rect l="l" t="t" r="r" b="b"/>
                <a:pathLst>
                  <a:path w="8091" h="7354" extrusionOk="0">
                    <a:moveTo>
                      <a:pt x="6908" y="1"/>
                    </a:moveTo>
                    <a:cubicBezTo>
                      <a:pt x="5494" y="1"/>
                      <a:pt x="3592" y="3876"/>
                      <a:pt x="3592" y="3876"/>
                    </a:cubicBezTo>
                    <a:lnTo>
                      <a:pt x="1" y="6661"/>
                    </a:lnTo>
                    <a:lnTo>
                      <a:pt x="454" y="7354"/>
                    </a:lnTo>
                    <a:lnTo>
                      <a:pt x="4398" y="5161"/>
                    </a:lnTo>
                    <a:cubicBezTo>
                      <a:pt x="4398" y="5161"/>
                      <a:pt x="8090" y="789"/>
                      <a:pt x="7410" y="197"/>
                    </a:cubicBezTo>
                    <a:cubicBezTo>
                      <a:pt x="7253" y="61"/>
                      <a:pt x="7085" y="1"/>
                      <a:pt x="69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3" name="Google Shape;663;p45"/>
            <p:cNvSpPr/>
            <p:nvPr/>
          </p:nvSpPr>
          <p:spPr>
            <a:xfrm rot="2699973" flipH="1">
              <a:off x="5078027" y="2057005"/>
              <a:ext cx="83873" cy="98313"/>
            </a:xfrm>
            <a:custGeom>
              <a:avLst/>
              <a:gdLst/>
              <a:ahLst/>
              <a:cxnLst/>
              <a:rect l="l" t="t" r="r" b="b"/>
              <a:pathLst>
                <a:path w="374" h="365" extrusionOk="0">
                  <a:moveTo>
                    <a:pt x="374" y="1"/>
                  </a:moveTo>
                  <a:lnTo>
                    <a:pt x="0" y="247"/>
                  </a:lnTo>
                  <a:lnTo>
                    <a:pt x="241" y="365"/>
                  </a:lnTo>
                  <a:lnTo>
                    <a:pt x="3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5"/>
            <p:cNvSpPr/>
            <p:nvPr/>
          </p:nvSpPr>
          <p:spPr>
            <a:xfrm rot="1745595" flipH="1">
              <a:off x="4978180" y="2153471"/>
              <a:ext cx="62273" cy="29878"/>
            </a:xfrm>
            <a:custGeom>
              <a:avLst/>
              <a:gdLst/>
              <a:ahLst/>
              <a:cxnLst/>
              <a:rect l="l" t="t" r="r" b="b"/>
              <a:pathLst>
                <a:path w="569" h="273" extrusionOk="0">
                  <a:moveTo>
                    <a:pt x="11" y="1"/>
                  </a:moveTo>
                  <a:lnTo>
                    <a:pt x="11" y="1"/>
                  </a:lnTo>
                  <a:cubicBezTo>
                    <a:pt x="11" y="1"/>
                    <a:pt x="0" y="180"/>
                    <a:pt x="221" y="257"/>
                  </a:cubicBezTo>
                  <a:cubicBezTo>
                    <a:pt x="254" y="267"/>
                    <a:pt x="287" y="273"/>
                    <a:pt x="321" y="273"/>
                  </a:cubicBezTo>
                  <a:cubicBezTo>
                    <a:pt x="416" y="273"/>
                    <a:pt x="508" y="230"/>
                    <a:pt x="569" y="154"/>
                  </a:cubicBezTo>
                  <a:lnTo>
                    <a:pt x="569" y="154"/>
                  </a:lnTo>
                  <a:cubicBezTo>
                    <a:pt x="569" y="155"/>
                    <a:pt x="528" y="190"/>
                    <a:pt x="333" y="190"/>
                  </a:cubicBezTo>
                  <a:cubicBezTo>
                    <a:pt x="139" y="190"/>
                    <a:pt x="11" y="1"/>
                    <a:pt x="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6"/>
          <p:cNvSpPr/>
          <p:nvPr/>
        </p:nvSpPr>
        <p:spPr>
          <a:xfrm>
            <a:off x="-1" y="97289"/>
            <a:ext cx="2666155" cy="1069537"/>
          </a:xfrm>
          <a:custGeom>
            <a:avLst/>
            <a:gdLst/>
            <a:ahLst/>
            <a:cxnLst/>
            <a:rect l="l" t="t" r="r" b="b"/>
            <a:pathLst>
              <a:path w="7291" h="2964" extrusionOk="0">
                <a:moveTo>
                  <a:pt x="4075" y="0"/>
                </a:moveTo>
                <a:cubicBezTo>
                  <a:pt x="4016" y="0"/>
                  <a:pt x="3956" y="3"/>
                  <a:pt x="3893" y="9"/>
                </a:cubicBezTo>
                <a:cubicBezTo>
                  <a:pt x="2536" y="142"/>
                  <a:pt x="2910" y="1489"/>
                  <a:pt x="2910" y="1489"/>
                </a:cubicBezTo>
                <a:cubicBezTo>
                  <a:pt x="2810" y="1438"/>
                  <a:pt x="2708" y="1416"/>
                  <a:pt x="2608" y="1416"/>
                </a:cubicBezTo>
                <a:cubicBezTo>
                  <a:pt x="2181" y="1416"/>
                  <a:pt x="1799" y="1825"/>
                  <a:pt x="1824" y="2190"/>
                </a:cubicBezTo>
                <a:cubicBezTo>
                  <a:pt x="1839" y="2463"/>
                  <a:pt x="1669" y="2532"/>
                  <a:pt x="1406" y="2532"/>
                </a:cubicBezTo>
                <a:cubicBezTo>
                  <a:pt x="1235" y="2532"/>
                  <a:pt x="1024" y="2503"/>
                  <a:pt x="800" y="2482"/>
                </a:cubicBezTo>
                <a:cubicBezTo>
                  <a:pt x="773" y="2480"/>
                  <a:pt x="748" y="2479"/>
                  <a:pt x="723" y="2479"/>
                </a:cubicBezTo>
                <a:cubicBezTo>
                  <a:pt x="206" y="2479"/>
                  <a:pt x="1" y="2964"/>
                  <a:pt x="1" y="2964"/>
                </a:cubicBezTo>
                <a:lnTo>
                  <a:pt x="7201" y="2964"/>
                </a:lnTo>
                <a:cubicBezTo>
                  <a:pt x="7290" y="2044"/>
                  <a:pt x="6609" y="1801"/>
                  <a:pt x="6121" y="1801"/>
                </a:cubicBezTo>
                <a:cubicBezTo>
                  <a:pt x="5935" y="1801"/>
                  <a:pt x="5777" y="1837"/>
                  <a:pt x="5701" y="1883"/>
                </a:cubicBezTo>
                <a:cubicBezTo>
                  <a:pt x="5559" y="1973"/>
                  <a:pt x="5364" y="2069"/>
                  <a:pt x="5258" y="2069"/>
                </a:cubicBezTo>
                <a:cubicBezTo>
                  <a:pt x="5158" y="2069"/>
                  <a:pt x="5138" y="1983"/>
                  <a:pt x="5317" y="1724"/>
                </a:cubicBezTo>
                <a:cubicBezTo>
                  <a:pt x="5668" y="1216"/>
                  <a:pt x="5289" y="0"/>
                  <a:pt x="407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46"/>
          <p:cNvSpPr/>
          <p:nvPr/>
        </p:nvSpPr>
        <p:spPr>
          <a:xfrm>
            <a:off x="6113173" y="3950468"/>
            <a:ext cx="4019541" cy="1205974"/>
          </a:xfrm>
          <a:custGeom>
            <a:avLst/>
            <a:gdLst/>
            <a:ahLst/>
            <a:cxnLst/>
            <a:rect l="l" t="t" r="r" b="b"/>
            <a:pathLst>
              <a:path w="8056" h="2417" extrusionOk="0">
                <a:moveTo>
                  <a:pt x="2839" y="1"/>
                </a:moveTo>
                <a:cubicBezTo>
                  <a:pt x="2802" y="1"/>
                  <a:pt x="2764" y="2"/>
                  <a:pt x="2725" y="5"/>
                </a:cubicBezTo>
                <a:cubicBezTo>
                  <a:pt x="1460" y="82"/>
                  <a:pt x="1142" y="1208"/>
                  <a:pt x="1204" y="1603"/>
                </a:cubicBezTo>
                <a:cubicBezTo>
                  <a:pt x="1249" y="1923"/>
                  <a:pt x="1169" y="2062"/>
                  <a:pt x="942" y="2062"/>
                </a:cubicBezTo>
                <a:cubicBezTo>
                  <a:pt x="886" y="2062"/>
                  <a:pt x="821" y="2054"/>
                  <a:pt x="748" y="2038"/>
                </a:cubicBezTo>
                <a:cubicBezTo>
                  <a:pt x="719" y="2032"/>
                  <a:pt x="690" y="2029"/>
                  <a:pt x="661" y="2029"/>
                </a:cubicBezTo>
                <a:cubicBezTo>
                  <a:pt x="318" y="2029"/>
                  <a:pt x="0" y="2417"/>
                  <a:pt x="0" y="2417"/>
                </a:cubicBezTo>
                <a:lnTo>
                  <a:pt x="8056" y="2417"/>
                </a:lnTo>
                <a:cubicBezTo>
                  <a:pt x="7838" y="1932"/>
                  <a:pt x="7426" y="1808"/>
                  <a:pt x="7041" y="1808"/>
                </a:cubicBezTo>
                <a:cubicBezTo>
                  <a:pt x="6657" y="1808"/>
                  <a:pt x="6299" y="1930"/>
                  <a:pt x="6181" y="1941"/>
                </a:cubicBezTo>
                <a:cubicBezTo>
                  <a:pt x="6178" y="1941"/>
                  <a:pt x="6176" y="1941"/>
                  <a:pt x="6173" y="1941"/>
                </a:cubicBezTo>
                <a:cubicBezTo>
                  <a:pt x="5948" y="1941"/>
                  <a:pt x="6208" y="1148"/>
                  <a:pt x="5470" y="834"/>
                </a:cubicBezTo>
                <a:cubicBezTo>
                  <a:pt x="5329" y="775"/>
                  <a:pt x="5196" y="751"/>
                  <a:pt x="5073" y="751"/>
                </a:cubicBezTo>
                <a:cubicBezTo>
                  <a:pt x="4536" y="751"/>
                  <a:pt x="4184" y="1208"/>
                  <a:pt x="4184" y="1208"/>
                </a:cubicBezTo>
                <a:cubicBezTo>
                  <a:pt x="4184" y="1208"/>
                  <a:pt x="4001" y="1"/>
                  <a:pt x="28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6"/>
          <p:cNvSpPr txBox="1">
            <a:spLocks noGrp="1"/>
          </p:cNvSpPr>
          <p:nvPr>
            <p:ph type="subTitle" idx="1"/>
          </p:nvPr>
        </p:nvSpPr>
        <p:spPr>
          <a:xfrm>
            <a:off x="1468856" y="2479945"/>
            <a:ext cx="5748300" cy="113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4D160F"/>
                </a:solidFill>
                <a:effectLst/>
                <a:latin typeface="Fredoka One" panose="020B0604020202020204" charset="0"/>
              </a:rPr>
              <a:t>      Like in school you have to wear an ID card so that you can be recognizable as a student of that school, similarly, html also has a way of recognizing it’s elements by setting an id </a:t>
            </a:r>
            <a:endParaRPr lang="en-GB" b="0" dirty="0">
              <a:effectLst/>
              <a:latin typeface="Fredoka One" panose="020B0604020202020204" charset="0"/>
            </a:endParaRPr>
          </a:p>
          <a:p>
            <a:pPr algn="just"/>
            <a:br>
              <a:rPr lang="en-GB" dirty="0"/>
            </a:br>
            <a:r>
              <a:rPr lang="en-GB" dirty="0"/>
              <a:t> </a:t>
            </a:r>
            <a:endParaRPr dirty="0"/>
          </a:p>
        </p:txBody>
      </p:sp>
      <p:sp>
        <p:nvSpPr>
          <p:cNvPr id="672" name="Google Shape;672;p46"/>
          <p:cNvSpPr txBox="1">
            <a:spLocks noGrp="1"/>
          </p:cNvSpPr>
          <p:nvPr>
            <p:ph type="ctrTitle"/>
          </p:nvPr>
        </p:nvSpPr>
        <p:spPr>
          <a:xfrm>
            <a:off x="1545442" y="3854848"/>
            <a:ext cx="5748300" cy="73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sng" dirty="0">
                <a:solidFill>
                  <a:srgbClr val="4D160F"/>
                </a:solidFill>
                <a:effectLst/>
                <a:latin typeface="Rockwell" panose="02060603020205020403" pitchFamily="18" charset="0"/>
              </a:rPr>
              <a:t>Example:</a:t>
            </a:r>
            <a:br>
              <a:rPr lang="en-GB" b="0" dirty="0">
                <a:effectLst/>
              </a:rPr>
            </a:br>
            <a:br>
              <a:rPr lang="en-GB" b="0" dirty="0">
                <a:effectLst/>
              </a:rPr>
            </a:br>
            <a:r>
              <a:rPr lang="en-GB" sz="1800" b="0" i="0" u="none" strike="noStrike" dirty="0">
                <a:solidFill>
                  <a:srgbClr val="494141"/>
                </a:solidFill>
                <a:effectLst/>
                <a:latin typeface="Fredoka One" panose="020B0604020202020204" charset="0"/>
              </a:rPr>
              <a:t>&lt;</a:t>
            </a:r>
            <a:r>
              <a:rPr lang="en-GB" sz="1800" b="0" i="0" u="none" strike="noStrike" dirty="0">
                <a:solidFill>
                  <a:srgbClr val="FF0000"/>
                </a:solidFill>
                <a:effectLst/>
                <a:latin typeface="Fredoka One" panose="020B0604020202020204" charset="0"/>
              </a:rPr>
              <a:t>h1</a:t>
            </a:r>
            <a:r>
              <a:rPr lang="en-GB" sz="1800" b="0" i="0" u="none" strike="noStrike" dirty="0">
                <a:solidFill>
                  <a:srgbClr val="494141"/>
                </a:solidFill>
                <a:effectLst/>
                <a:latin typeface="Fredoka One" panose="020B0604020202020204" charset="0"/>
              </a:rPr>
              <a:t> </a:t>
            </a:r>
            <a:r>
              <a:rPr lang="en-GB" sz="1800" b="0" i="0" u="none" strike="noStrike" dirty="0">
                <a:solidFill>
                  <a:srgbClr val="FFFF00"/>
                </a:solidFill>
                <a:effectLst/>
                <a:latin typeface="Fredoka One" panose="020B0604020202020204" charset="0"/>
              </a:rPr>
              <a:t>id</a:t>
            </a:r>
            <a:r>
              <a:rPr lang="en-GB" sz="1800" b="0" i="0" u="none" strike="noStrike" dirty="0">
                <a:solidFill>
                  <a:srgbClr val="494141"/>
                </a:solidFill>
                <a:effectLst/>
                <a:latin typeface="Fredoka One" panose="020B0604020202020204" charset="0"/>
              </a:rPr>
              <a:t>="</a:t>
            </a:r>
            <a:r>
              <a:rPr lang="en-GB" sz="18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main-heading</a:t>
            </a:r>
            <a:r>
              <a:rPr lang="en-GB" sz="1800" b="0" i="0" u="none" strike="noStrike" dirty="0">
                <a:solidFill>
                  <a:srgbClr val="494141"/>
                </a:solidFill>
                <a:effectLst/>
                <a:latin typeface="Fredoka One" panose="020B0604020202020204" charset="0"/>
              </a:rPr>
              <a:t>"&gt;Hello world!&lt;/</a:t>
            </a:r>
            <a:r>
              <a:rPr lang="en-GB" sz="1800" b="0" i="0" u="none" strike="noStrike" dirty="0">
                <a:solidFill>
                  <a:srgbClr val="FF0000"/>
                </a:solidFill>
                <a:effectLst/>
                <a:latin typeface="Fredoka One" panose="020B0604020202020204" charset="0"/>
              </a:rPr>
              <a:t>h1</a:t>
            </a:r>
            <a:r>
              <a:rPr lang="en-GB" sz="1800" b="0" i="0" u="none" strike="noStrike" dirty="0">
                <a:solidFill>
                  <a:srgbClr val="494141"/>
                </a:solidFill>
                <a:effectLst/>
                <a:latin typeface="Fredoka One" panose="020B0604020202020204" charset="0"/>
              </a:rPr>
              <a:t>&gt;</a:t>
            </a:r>
            <a:br>
              <a:rPr lang="en-GB" b="0" dirty="0">
                <a:effectLst/>
                <a:latin typeface="Fredoka One" panose="020B0604020202020204" charset="0"/>
              </a:rPr>
            </a:br>
            <a:br>
              <a:rPr lang="en-GB" dirty="0">
                <a:latin typeface="Fredoka One" panose="020B0604020202020204" charset="0"/>
              </a:rPr>
            </a:br>
            <a:endParaRPr dirty="0">
              <a:latin typeface="Fredoka One" panose="020B0604020202020204" charset="0"/>
            </a:endParaRPr>
          </a:p>
        </p:txBody>
      </p:sp>
      <p:sp>
        <p:nvSpPr>
          <p:cNvPr id="673" name="Google Shape;673;p46"/>
          <p:cNvSpPr/>
          <p:nvPr/>
        </p:nvSpPr>
        <p:spPr>
          <a:xfrm>
            <a:off x="7043059" y="1825438"/>
            <a:ext cx="218168" cy="218168"/>
          </a:xfrm>
          <a:custGeom>
            <a:avLst/>
            <a:gdLst/>
            <a:ahLst/>
            <a:cxnLst/>
            <a:rect l="l" t="t" r="r" b="b"/>
            <a:pathLst>
              <a:path w="1337" h="1337" extrusionOk="0">
                <a:moveTo>
                  <a:pt x="1336" y="669"/>
                </a:moveTo>
                <a:cubicBezTo>
                  <a:pt x="1336" y="1034"/>
                  <a:pt x="1046" y="1337"/>
                  <a:pt x="668" y="1337"/>
                </a:cubicBezTo>
                <a:cubicBezTo>
                  <a:pt x="303" y="1337"/>
                  <a:pt x="0" y="1034"/>
                  <a:pt x="0" y="669"/>
                </a:cubicBezTo>
                <a:cubicBezTo>
                  <a:pt x="0" y="291"/>
                  <a:pt x="303" y="1"/>
                  <a:pt x="668" y="1"/>
                </a:cubicBezTo>
                <a:cubicBezTo>
                  <a:pt x="1046" y="1"/>
                  <a:pt x="1336" y="291"/>
                  <a:pt x="1336" y="6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46"/>
          <p:cNvSpPr/>
          <p:nvPr/>
        </p:nvSpPr>
        <p:spPr>
          <a:xfrm>
            <a:off x="8351956" y="469020"/>
            <a:ext cx="144086" cy="141964"/>
          </a:xfrm>
          <a:custGeom>
            <a:avLst/>
            <a:gdLst/>
            <a:ahLst/>
            <a:cxnLst/>
            <a:rect l="l" t="t" r="r" b="b"/>
            <a:pathLst>
              <a:path w="883" h="870" extrusionOk="0">
                <a:moveTo>
                  <a:pt x="882" y="428"/>
                </a:moveTo>
                <a:cubicBezTo>
                  <a:pt x="882" y="680"/>
                  <a:pt x="693" y="869"/>
                  <a:pt x="441" y="869"/>
                </a:cubicBezTo>
                <a:cubicBezTo>
                  <a:pt x="202" y="869"/>
                  <a:pt x="0" y="680"/>
                  <a:pt x="0" y="428"/>
                </a:cubicBezTo>
                <a:cubicBezTo>
                  <a:pt x="0" y="189"/>
                  <a:pt x="202" y="0"/>
                  <a:pt x="441" y="0"/>
                </a:cubicBezTo>
                <a:cubicBezTo>
                  <a:pt x="693" y="0"/>
                  <a:pt x="882" y="189"/>
                  <a:pt x="882" y="42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46"/>
          <p:cNvSpPr/>
          <p:nvPr/>
        </p:nvSpPr>
        <p:spPr>
          <a:xfrm>
            <a:off x="1010576" y="4137852"/>
            <a:ext cx="255210" cy="255210"/>
          </a:xfrm>
          <a:custGeom>
            <a:avLst/>
            <a:gdLst/>
            <a:ahLst/>
            <a:cxnLst/>
            <a:rect l="l" t="t" r="r" b="b"/>
            <a:pathLst>
              <a:path w="1564" h="1564" extrusionOk="0">
                <a:moveTo>
                  <a:pt x="782" y="1"/>
                </a:moveTo>
                <a:cubicBezTo>
                  <a:pt x="341" y="1"/>
                  <a:pt x="1" y="353"/>
                  <a:pt x="1" y="782"/>
                </a:cubicBezTo>
                <a:cubicBezTo>
                  <a:pt x="1" y="1210"/>
                  <a:pt x="341" y="1563"/>
                  <a:pt x="782" y="1563"/>
                </a:cubicBezTo>
                <a:cubicBezTo>
                  <a:pt x="1210" y="1563"/>
                  <a:pt x="1563" y="1210"/>
                  <a:pt x="1563" y="782"/>
                </a:cubicBezTo>
                <a:cubicBezTo>
                  <a:pt x="1563" y="353"/>
                  <a:pt x="1210" y="1"/>
                  <a:pt x="7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6"/>
          <p:cNvSpPr/>
          <p:nvPr/>
        </p:nvSpPr>
        <p:spPr>
          <a:xfrm>
            <a:off x="8236672" y="2936357"/>
            <a:ext cx="187328" cy="187165"/>
          </a:xfrm>
          <a:custGeom>
            <a:avLst/>
            <a:gdLst/>
            <a:ahLst/>
            <a:cxnLst/>
            <a:rect l="l" t="t" r="r" b="b"/>
            <a:pathLst>
              <a:path w="1148" h="1147" extrusionOk="0">
                <a:moveTo>
                  <a:pt x="568" y="0"/>
                </a:moveTo>
                <a:cubicBezTo>
                  <a:pt x="253" y="0"/>
                  <a:pt x="1" y="252"/>
                  <a:pt x="1" y="567"/>
                </a:cubicBezTo>
                <a:cubicBezTo>
                  <a:pt x="1" y="882"/>
                  <a:pt x="253" y="1147"/>
                  <a:pt x="568" y="1147"/>
                </a:cubicBezTo>
                <a:cubicBezTo>
                  <a:pt x="883" y="1147"/>
                  <a:pt x="1148" y="882"/>
                  <a:pt x="1148" y="567"/>
                </a:cubicBezTo>
                <a:cubicBezTo>
                  <a:pt x="1148" y="252"/>
                  <a:pt x="883" y="0"/>
                  <a:pt x="56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6"/>
          <p:cNvSpPr/>
          <p:nvPr/>
        </p:nvSpPr>
        <p:spPr>
          <a:xfrm>
            <a:off x="3618146" y="4745160"/>
            <a:ext cx="94806" cy="81426"/>
          </a:xfrm>
          <a:custGeom>
            <a:avLst/>
            <a:gdLst/>
            <a:ahLst/>
            <a:cxnLst/>
            <a:rect l="l" t="t" r="r" b="b"/>
            <a:pathLst>
              <a:path w="581" h="499" extrusionOk="0">
                <a:moveTo>
                  <a:pt x="328" y="1"/>
                </a:moveTo>
                <a:cubicBezTo>
                  <a:pt x="114" y="1"/>
                  <a:pt x="1" y="265"/>
                  <a:pt x="152" y="429"/>
                </a:cubicBezTo>
                <a:cubicBezTo>
                  <a:pt x="204" y="477"/>
                  <a:pt x="266" y="498"/>
                  <a:pt x="326" y="498"/>
                </a:cubicBezTo>
                <a:cubicBezTo>
                  <a:pt x="457" y="498"/>
                  <a:pt x="580" y="399"/>
                  <a:pt x="580" y="253"/>
                </a:cubicBezTo>
                <a:cubicBezTo>
                  <a:pt x="580" y="114"/>
                  <a:pt x="467" y="1"/>
                  <a:pt x="32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46"/>
          <p:cNvSpPr/>
          <p:nvPr/>
        </p:nvSpPr>
        <p:spPr>
          <a:xfrm>
            <a:off x="1010564" y="2043601"/>
            <a:ext cx="82405" cy="82405"/>
          </a:xfrm>
          <a:custGeom>
            <a:avLst/>
            <a:gdLst/>
            <a:ahLst/>
            <a:cxnLst/>
            <a:rect l="l" t="t" r="r" b="b"/>
            <a:pathLst>
              <a:path w="505" h="505" extrusionOk="0">
                <a:moveTo>
                  <a:pt x="253" y="1"/>
                </a:moveTo>
                <a:cubicBezTo>
                  <a:pt x="114" y="1"/>
                  <a:pt x="1" y="114"/>
                  <a:pt x="1" y="253"/>
                </a:cubicBezTo>
                <a:cubicBezTo>
                  <a:pt x="1" y="391"/>
                  <a:pt x="114" y="505"/>
                  <a:pt x="253" y="505"/>
                </a:cubicBezTo>
                <a:cubicBezTo>
                  <a:pt x="391" y="505"/>
                  <a:pt x="505" y="391"/>
                  <a:pt x="505" y="253"/>
                </a:cubicBezTo>
                <a:cubicBezTo>
                  <a:pt x="505" y="114"/>
                  <a:pt x="391" y="1"/>
                  <a:pt x="2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9" name="Google Shape;679;p46"/>
          <p:cNvGrpSpPr/>
          <p:nvPr/>
        </p:nvGrpSpPr>
        <p:grpSpPr>
          <a:xfrm>
            <a:off x="3989920" y="558152"/>
            <a:ext cx="1186181" cy="1361608"/>
            <a:chOff x="6498000" y="540009"/>
            <a:chExt cx="1849074" cy="2122538"/>
          </a:xfrm>
        </p:grpSpPr>
        <p:sp>
          <p:nvSpPr>
            <p:cNvPr id="680" name="Google Shape;680;p46"/>
            <p:cNvSpPr/>
            <p:nvPr/>
          </p:nvSpPr>
          <p:spPr>
            <a:xfrm>
              <a:off x="6793662" y="804234"/>
              <a:ext cx="1304911" cy="1858313"/>
            </a:xfrm>
            <a:custGeom>
              <a:avLst/>
              <a:gdLst/>
              <a:ahLst/>
              <a:cxnLst/>
              <a:rect l="l" t="t" r="r" b="b"/>
              <a:pathLst>
                <a:path w="5230" h="7448" extrusionOk="0">
                  <a:moveTo>
                    <a:pt x="3730" y="5683"/>
                  </a:moveTo>
                  <a:cubicBezTo>
                    <a:pt x="3869" y="5935"/>
                    <a:pt x="3856" y="5973"/>
                    <a:pt x="3692" y="6187"/>
                  </a:cubicBezTo>
                  <a:cubicBezTo>
                    <a:pt x="3705" y="6237"/>
                    <a:pt x="3730" y="6288"/>
                    <a:pt x="3755" y="6338"/>
                  </a:cubicBezTo>
                  <a:cubicBezTo>
                    <a:pt x="3781" y="6452"/>
                    <a:pt x="3743" y="6565"/>
                    <a:pt x="3642" y="6628"/>
                  </a:cubicBezTo>
                  <a:cubicBezTo>
                    <a:pt x="3566" y="6679"/>
                    <a:pt x="3491" y="6729"/>
                    <a:pt x="3402" y="6767"/>
                  </a:cubicBezTo>
                  <a:cubicBezTo>
                    <a:pt x="3339" y="6779"/>
                    <a:pt x="3289" y="6830"/>
                    <a:pt x="3264" y="6893"/>
                  </a:cubicBezTo>
                  <a:cubicBezTo>
                    <a:pt x="3163" y="7195"/>
                    <a:pt x="2886" y="7397"/>
                    <a:pt x="2571" y="7409"/>
                  </a:cubicBezTo>
                  <a:cubicBezTo>
                    <a:pt x="2231" y="7447"/>
                    <a:pt x="1916" y="7271"/>
                    <a:pt x="1764" y="6968"/>
                  </a:cubicBezTo>
                  <a:cubicBezTo>
                    <a:pt x="1727" y="6880"/>
                    <a:pt x="1664" y="6817"/>
                    <a:pt x="1575" y="6779"/>
                  </a:cubicBezTo>
                  <a:cubicBezTo>
                    <a:pt x="1374" y="6679"/>
                    <a:pt x="1273" y="6452"/>
                    <a:pt x="1336" y="6237"/>
                  </a:cubicBezTo>
                  <a:cubicBezTo>
                    <a:pt x="1349" y="6187"/>
                    <a:pt x="1336" y="6137"/>
                    <a:pt x="1311" y="6099"/>
                  </a:cubicBezTo>
                  <a:cubicBezTo>
                    <a:pt x="1235" y="5973"/>
                    <a:pt x="1134" y="5834"/>
                    <a:pt x="1235" y="5683"/>
                  </a:cubicBezTo>
                  <a:cubicBezTo>
                    <a:pt x="1248" y="5658"/>
                    <a:pt x="1235" y="5620"/>
                    <a:pt x="1235" y="5595"/>
                  </a:cubicBezTo>
                  <a:cubicBezTo>
                    <a:pt x="1185" y="5406"/>
                    <a:pt x="1197" y="5368"/>
                    <a:pt x="1361" y="5242"/>
                  </a:cubicBezTo>
                  <a:cubicBezTo>
                    <a:pt x="1361" y="5141"/>
                    <a:pt x="1323" y="5040"/>
                    <a:pt x="1260" y="4965"/>
                  </a:cubicBezTo>
                  <a:cubicBezTo>
                    <a:pt x="1210" y="4902"/>
                    <a:pt x="1160" y="4826"/>
                    <a:pt x="1097" y="4776"/>
                  </a:cubicBezTo>
                  <a:cubicBezTo>
                    <a:pt x="819" y="4499"/>
                    <a:pt x="592" y="4184"/>
                    <a:pt x="429" y="3831"/>
                  </a:cubicBezTo>
                  <a:cubicBezTo>
                    <a:pt x="315" y="3629"/>
                    <a:pt x="227" y="3415"/>
                    <a:pt x="164" y="3201"/>
                  </a:cubicBezTo>
                  <a:cubicBezTo>
                    <a:pt x="13" y="2760"/>
                    <a:pt x="0" y="2281"/>
                    <a:pt x="114" y="1827"/>
                  </a:cubicBezTo>
                  <a:cubicBezTo>
                    <a:pt x="227" y="1449"/>
                    <a:pt x="429" y="1109"/>
                    <a:pt x="693" y="832"/>
                  </a:cubicBezTo>
                  <a:cubicBezTo>
                    <a:pt x="908" y="618"/>
                    <a:pt x="1160" y="454"/>
                    <a:pt x="1437" y="340"/>
                  </a:cubicBezTo>
                  <a:cubicBezTo>
                    <a:pt x="1575" y="290"/>
                    <a:pt x="1701" y="214"/>
                    <a:pt x="1840" y="164"/>
                  </a:cubicBezTo>
                  <a:cubicBezTo>
                    <a:pt x="2067" y="101"/>
                    <a:pt x="2306" y="50"/>
                    <a:pt x="2546" y="13"/>
                  </a:cubicBezTo>
                  <a:cubicBezTo>
                    <a:pt x="2684" y="0"/>
                    <a:pt x="2823" y="13"/>
                    <a:pt x="2961" y="50"/>
                  </a:cubicBezTo>
                  <a:cubicBezTo>
                    <a:pt x="3176" y="101"/>
                    <a:pt x="3415" y="139"/>
                    <a:pt x="3629" y="202"/>
                  </a:cubicBezTo>
                  <a:cubicBezTo>
                    <a:pt x="3768" y="265"/>
                    <a:pt x="3907" y="328"/>
                    <a:pt x="4045" y="403"/>
                  </a:cubicBezTo>
                  <a:cubicBezTo>
                    <a:pt x="4335" y="580"/>
                    <a:pt x="4587" y="794"/>
                    <a:pt x="4801" y="1059"/>
                  </a:cubicBezTo>
                  <a:cubicBezTo>
                    <a:pt x="5015" y="1336"/>
                    <a:pt x="5141" y="1663"/>
                    <a:pt x="5179" y="2004"/>
                  </a:cubicBezTo>
                  <a:cubicBezTo>
                    <a:pt x="5230" y="2382"/>
                    <a:pt x="5204" y="2772"/>
                    <a:pt x="5104" y="3138"/>
                  </a:cubicBezTo>
                  <a:cubicBezTo>
                    <a:pt x="5003" y="3453"/>
                    <a:pt x="4864" y="3743"/>
                    <a:pt x="4675" y="3995"/>
                  </a:cubicBezTo>
                  <a:cubicBezTo>
                    <a:pt x="4549" y="4146"/>
                    <a:pt x="4398" y="4284"/>
                    <a:pt x="4247" y="4410"/>
                  </a:cubicBezTo>
                  <a:cubicBezTo>
                    <a:pt x="4146" y="4511"/>
                    <a:pt x="4020" y="4612"/>
                    <a:pt x="3919" y="4725"/>
                  </a:cubicBezTo>
                  <a:cubicBezTo>
                    <a:pt x="3844" y="4839"/>
                    <a:pt x="3755" y="4952"/>
                    <a:pt x="3692" y="5078"/>
                  </a:cubicBezTo>
                  <a:cubicBezTo>
                    <a:pt x="3680" y="5116"/>
                    <a:pt x="3680" y="5166"/>
                    <a:pt x="3705" y="5204"/>
                  </a:cubicBezTo>
                  <a:cubicBezTo>
                    <a:pt x="3856" y="5406"/>
                    <a:pt x="3881" y="5469"/>
                    <a:pt x="3730" y="5683"/>
                  </a:cubicBezTo>
                  <a:close/>
                  <a:moveTo>
                    <a:pt x="3541" y="5116"/>
                  </a:moveTo>
                  <a:cubicBezTo>
                    <a:pt x="3554" y="5091"/>
                    <a:pt x="3554" y="5078"/>
                    <a:pt x="3566" y="5053"/>
                  </a:cubicBezTo>
                  <a:cubicBezTo>
                    <a:pt x="3617" y="4902"/>
                    <a:pt x="3705" y="4763"/>
                    <a:pt x="3818" y="4650"/>
                  </a:cubicBezTo>
                  <a:cubicBezTo>
                    <a:pt x="4045" y="4436"/>
                    <a:pt x="4285" y="4221"/>
                    <a:pt x="4499" y="3995"/>
                  </a:cubicBezTo>
                  <a:cubicBezTo>
                    <a:pt x="4587" y="3906"/>
                    <a:pt x="4663" y="3806"/>
                    <a:pt x="4726" y="3705"/>
                  </a:cubicBezTo>
                  <a:cubicBezTo>
                    <a:pt x="4763" y="3617"/>
                    <a:pt x="4801" y="3541"/>
                    <a:pt x="4839" y="3453"/>
                  </a:cubicBezTo>
                  <a:cubicBezTo>
                    <a:pt x="4902" y="3301"/>
                    <a:pt x="4978" y="3163"/>
                    <a:pt x="5028" y="3012"/>
                  </a:cubicBezTo>
                  <a:cubicBezTo>
                    <a:pt x="5104" y="2722"/>
                    <a:pt x="5129" y="2419"/>
                    <a:pt x="5078" y="2117"/>
                  </a:cubicBezTo>
                  <a:cubicBezTo>
                    <a:pt x="5053" y="1802"/>
                    <a:pt x="4952" y="1500"/>
                    <a:pt x="4776" y="1235"/>
                  </a:cubicBezTo>
                  <a:cubicBezTo>
                    <a:pt x="4587" y="983"/>
                    <a:pt x="4348" y="756"/>
                    <a:pt x="4083" y="580"/>
                  </a:cubicBezTo>
                  <a:cubicBezTo>
                    <a:pt x="3806" y="403"/>
                    <a:pt x="3491" y="277"/>
                    <a:pt x="3163" y="214"/>
                  </a:cubicBezTo>
                  <a:cubicBezTo>
                    <a:pt x="2709" y="88"/>
                    <a:pt x="2231" y="113"/>
                    <a:pt x="1790" y="290"/>
                  </a:cubicBezTo>
                  <a:cubicBezTo>
                    <a:pt x="1563" y="378"/>
                    <a:pt x="1349" y="504"/>
                    <a:pt x="1122" y="605"/>
                  </a:cubicBezTo>
                  <a:cubicBezTo>
                    <a:pt x="1109" y="618"/>
                    <a:pt x="1084" y="630"/>
                    <a:pt x="1071" y="643"/>
                  </a:cubicBezTo>
                  <a:cubicBezTo>
                    <a:pt x="807" y="832"/>
                    <a:pt x="580" y="1071"/>
                    <a:pt x="416" y="1336"/>
                  </a:cubicBezTo>
                  <a:cubicBezTo>
                    <a:pt x="202" y="1676"/>
                    <a:pt x="101" y="2067"/>
                    <a:pt x="114" y="2457"/>
                  </a:cubicBezTo>
                  <a:cubicBezTo>
                    <a:pt x="114" y="2596"/>
                    <a:pt x="139" y="2747"/>
                    <a:pt x="177" y="2886"/>
                  </a:cubicBezTo>
                  <a:cubicBezTo>
                    <a:pt x="227" y="3075"/>
                    <a:pt x="277" y="3251"/>
                    <a:pt x="340" y="3428"/>
                  </a:cubicBezTo>
                  <a:cubicBezTo>
                    <a:pt x="416" y="3617"/>
                    <a:pt x="529" y="3793"/>
                    <a:pt x="618" y="3969"/>
                  </a:cubicBezTo>
                  <a:cubicBezTo>
                    <a:pt x="731" y="4184"/>
                    <a:pt x="870" y="4385"/>
                    <a:pt x="1046" y="4562"/>
                  </a:cubicBezTo>
                  <a:cubicBezTo>
                    <a:pt x="1235" y="4725"/>
                    <a:pt x="1386" y="4940"/>
                    <a:pt x="1487" y="5179"/>
                  </a:cubicBezTo>
                  <a:close/>
                  <a:moveTo>
                    <a:pt x="2205" y="5733"/>
                  </a:moveTo>
                  <a:cubicBezTo>
                    <a:pt x="2508" y="5721"/>
                    <a:pt x="2873" y="5708"/>
                    <a:pt x="3239" y="5683"/>
                  </a:cubicBezTo>
                  <a:cubicBezTo>
                    <a:pt x="3352" y="5683"/>
                    <a:pt x="3453" y="5658"/>
                    <a:pt x="3554" y="5620"/>
                  </a:cubicBezTo>
                  <a:cubicBezTo>
                    <a:pt x="3680" y="5582"/>
                    <a:pt x="3730" y="5519"/>
                    <a:pt x="3718" y="5431"/>
                  </a:cubicBezTo>
                  <a:cubicBezTo>
                    <a:pt x="3705" y="5343"/>
                    <a:pt x="3655" y="5280"/>
                    <a:pt x="3529" y="5255"/>
                  </a:cubicBezTo>
                  <a:cubicBezTo>
                    <a:pt x="3352" y="5229"/>
                    <a:pt x="3176" y="5217"/>
                    <a:pt x="2987" y="5217"/>
                  </a:cubicBezTo>
                  <a:cubicBezTo>
                    <a:pt x="2596" y="5229"/>
                    <a:pt x="2193" y="5255"/>
                    <a:pt x="1802" y="5280"/>
                  </a:cubicBezTo>
                  <a:cubicBezTo>
                    <a:pt x="1664" y="5292"/>
                    <a:pt x="1538" y="5330"/>
                    <a:pt x="1399" y="5368"/>
                  </a:cubicBezTo>
                  <a:cubicBezTo>
                    <a:pt x="1336" y="5381"/>
                    <a:pt x="1298" y="5418"/>
                    <a:pt x="1311" y="5481"/>
                  </a:cubicBezTo>
                  <a:cubicBezTo>
                    <a:pt x="1323" y="5532"/>
                    <a:pt x="1349" y="5582"/>
                    <a:pt x="1386" y="5620"/>
                  </a:cubicBezTo>
                  <a:cubicBezTo>
                    <a:pt x="1449" y="5645"/>
                    <a:pt x="1525" y="5670"/>
                    <a:pt x="1601" y="5683"/>
                  </a:cubicBezTo>
                  <a:cubicBezTo>
                    <a:pt x="1777" y="5696"/>
                    <a:pt x="1953" y="5708"/>
                    <a:pt x="2205" y="5733"/>
                  </a:cubicBezTo>
                  <a:close/>
                  <a:moveTo>
                    <a:pt x="2470" y="6263"/>
                  </a:moveTo>
                  <a:cubicBezTo>
                    <a:pt x="2735" y="6250"/>
                    <a:pt x="2987" y="6237"/>
                    <a:pt x="3251" y="6212"/>
                  </a:cubicBezTo>
                  <a:cubicBezTo>
                    <a:pt x="3377" y="6187"/>
                    <a:pt x="3503" y="6149"/>
                    <a:pt x="3617" y="6086"/>
                  </a:cubicBezTo>
                  <a:cubicBezTo>
                    <a:pt x="3692" y="6061"/>
                    <a:pt x="3743" y="5973"/>
                    <a:pt x="3718" y="5885"/>
                  </a:cubicBezTo>
                  <a:cubicBezTo>
                    <a:pt x="3692" y="5796"/>
                    <a:pt x="3604" y="5733"/>
                    <a:pt x="3516" y="5746"/>
                  </a:cubicBezTo>
                  <a:cubicBezTo>
                    <a:pt x="3327" y="5759"/>
                    <a:pt x="3138" y="5771"/>
                    <a:pt x="2961" y="5784"/>
                  </a:cubicBezTo>
                  <a:cubicBezTo>
                    <a:pt x="2684" y="5796"/>
                    <a:pt x="2420" y="5809"/>
                    <a:pt x="2155" y="5809"/>
                  </a:cubicBezTo>
                  <a:cubicBezTo>
                    <a:pt x="1890" y="5796"/>
                    <a:pt x="1651" y="5759"/>
                    <a:pt x="1399" y="5746"/>
                  </a:cubicBezTo>
                  <a:cubicBezTo>
                    <a:pt x="1311" y="5733"/>
                    <a:pt x="1260" y="5771"/>
                    <a:pt x="1286" y="5859"/>
                  </a:cubicBezTo>
                  <a:cubicBezTo>
                    <a:pt x="1311" y="5935"/>
                    <a:pt x="1361" y="6011"/>
                    <a:pt x="1412" y="6061"/>
                  </a:cubicBezTo>
                  <a:cubicBezTo>
                    <a:pt x="1512" y="6162"/>
                    <a:pt x="1651" y="6212"/>
                    <a:pt x="1790" y="6225"/>
                  </a:cubicBezTo>
                  <a:cubicBezTo>
                    <a:pt x="2016" y="6237"/>
                    <a:pt x="2243" y="6263"/>
                    <a:pt x="2470" y="6263"/>
                  </a:cubicBezTo>
                  <a:close/>
                  <a:moveTo>
                    <a:pt x="1449" y="6237"/>
                  </a:moveTo>
                  <a:cubicBezTo>
                    <a:pt x="1399" y="6288"/>
                    <a:pt x="1386" y="6351"/>
                    <a:pt x="1412" y="6427"/>
                  </a:cubicBezTo>
                  <a:cubicBezTo>
                    <a:pt x="1462" y="6603"/>
                    <a:pt x="1626" y="6742"/>
                    <a:pt x="1815" y="6754"/>
                  </a:cubicBezTo>
                  <a:cubicBezTo>
                    <a:pt x="2231" y="6817"/>
                    <a:pt x="2646" y="6817"/>
                    <a:pt x="3050" y="6742"/>
                  </a:cubicBezTo>
                  <a:cubicBezTo>
                    <a:pt x="3213" y="6716"/>
                    <a:pt x="3377" y="6653"/>
                    <a:pt x="3529" y="6578"/>
                  </a:cubicBezTo>
                  <a:cubicBezTo>
                    <a:pt x="3692" y="6502"/>
                    <a:pt x="3705" y="6414"/>
                    <a:pt x="3579" y="6250"/>
                  </a:cubicBezTo>
                  <a:cubicBezTo>
                    <a:pt x="2873" y="6389"/>
                    <a:pt x="2155" y="6389"/>
                    <a:pt x="1449" y="6237"/>
                  </a:cubicBezTo>
                  <a:close/>
                  <a:moveTo>
                    <a:pt x="3163" y="6817"/>
                  </a:moveTo>
                  <a:cubicBezTo>
                    <a:pt x="2735" y="6905"/>
                    <a:pt x="2294" y="6918"/>
                    <a:pt x="1853" y="6842"/>
                  </a:cubicBezTo>
                  <a:cubicBezTo>
                    <a:pt x="1953" y="7145"/>
                    <a:pt x="2243" y="7346"/>
                    <a:pt x="2558" y="7321"/>
                  </a:cubicBezTo>
                  <a:cubicBezTo>
                    <a:pt x="2848" y="7296"/>
                    <a:pt x="3087" y="7094"/>
                    <a:pt x="3163" y="6817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6"/>
            <p:cNvSpPr/>
            <p:nvPr/>
          </p:nvSpPr>
          <p:spPr>
            <a:xfrm>
              <a:off x="6818862" y="826190"/>
              <a:ext cx="1254511" cy="1270479"/>
            </a:xfrm>
            <a:custGeom>
              <a:avLst/>
              <a:gdLst/>
              <a:ahLst/>
              <a:cxnLst/>
              <a:rect l="l" t="t" r="r" b="b"/>
              <a:pathLst>
                <a:path w="5028" h="5092" extrusionOk="0">
                  <a:moveTo>
                    <a:pt x="3440" y="5028"/>
                  </a:moveTo>
                  <a:lnTo>
                    <a:pt x="1386" y="5091"/>
                  </a:lnTo>
                  <a:cubicBezTo>
                    <a:pt x="1298" y="4852"/>
                    <a:pt x="1147" y="4637"/>
                    <a:pt x="945" y="4474"/>
                  </a:cubicBezTo>
                  <a:cubicBezTo>
                    <a:pt x="769" y="4297"/>
                    <a:pt x="630" y="4108"/>
                    <a:pt x="529" y="3881"/>
                  </a:cubicBezTo>
                  <a:cubicBezTo>
                    <a:pt x="441" y="3705"/>
                    <a:pt x="328" y="3529"/>
                    <a:pt x="252" y="3340"/>
                  </a:cubicBezTo>
                  <a:cubicBezTo>
                    <a:pt x="176" y="3163"/>
                    <a:pt x="126" y="2987"/>
                    <a:pt x="88" y="2798"/>
                  </a:cubicBezTo>
                  <a:cubicBezTo>
                    <a:pt x="38" y="2659"/>
                    <a:pt x="25" y="2520"/>
                    <a:pt x="13" y="2369"/>
                  </a:cubicBezTo>
                  <a:cubicBezTo>
                    <a:pt x="0" y="1979"/>
                    <a:pt x="113" y="1588"/>
                    <a:pt x="328" y="1260"/>
                  </a:cubicBezTo>
                  <a:cubicBezTo>
                    <a:pt x="491" y="983"/>
                    <a:pt x="706" y="744"/>
                    <a:pt x="970" y="555"/>
                  </a:cubicBezTo>
                  <a:cubicBezTo>
                    <a:pt x="996" y="542"/>
                    <a:pt x="1008" y="530"/>
                    <a:pt x="1033" y="517"/>
                  </a:cubicBezTo>
                  <a:cubicBezTo>
                    <a:pt x="1248" y="416"/>
                    <a:pt x="1474" y="290"/>
                    <a:pt x="1701" y="202"/>
                  </a:cubicBezTo>
                  <a:cubicBezTo>
                    <a:pt x="2130" y="25"/>
                    <a:pt x="2621" y="0"/>
                    <a:pt x="3075" y="126"/>
                  </a:cubicBezTo>
                  <a:cubicBezTo>
                    <a:pt x="3390" y="189"/>
                    <a:pt x="3705" y="315"/>
                    <a:pt x="3995" y="492"/>
                  </a:cubicBezTo>
                  <a:cubicBezTo>
                    <a:pt x="4259" y="668"/>
                    <a:pt x="4486" y="895"/>
                    <a:pt x="4688" y="1160"/>
                  </a:cubicBezTo>
                  <a:cubicBezTo>
                    <a:pt x="4851" y="1412"/>
                    <a:pt x="4965" y="1727"/>
                    <a:pt x="4990" y="2042"/>
                  </a:cubicBezTo>
                  <a:cubicBezTo>
                    <a:pt x="5028" y="2331"/>
                    <a:pt x="5003" y="2634"/>
                    <a:pt x="4927" y="2924"/>
                  </a:cubicBezTo>
                  <a:cubicBezTo>
                    <a:pt x="4877" y="3075"/>
                    <a:pt x="4801" y="3226"/>
                    <a:pt x="4738" y="3377"/>
                  </a:cubicBezTo>
                  <a:cubicBezTo>
                    <a:pt x="4713" y="3453"/>
                    <a:pt x="4675" y="3541"/>
                    <a:pt x="4625" y="3617"/>
                  </a:cubicBezTo>
                  <a:cubicBezTo>
                    <a:pt x="4562" y="3718"/>
                    <a:pt x="4499" y="3818"/>
                    <a:pt x="4410" y="3907"/>
                  </a:cubicBezTo>
                  <a:cubicBezTo>
                    <a:pt x="4184" y="4133"/>
                    <a:pt x="3957" y="4348"/>
                    <a:pt x="3730" y="4562"/>
                  </a:cubicBezTo>
                  <a:cubicBezTo>
                    <a:pt x="3604" y="4675"/>
                    <a:pt x="3516" y="4814"/>
                    <a:pt x="3465" y="4978"/>
                  </a:cubicBezTo>
                  <a:cubicBezTo>
                    <a:pt x="3453" y="4990"/>
                    <a:pt x="3453" y="5003"/>
                    <a:pt x="3440" y="50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6"/>
            <p:cNvSpPr/>
            <p:nvPr/>
          </p:nvSpPr>
          <p:spPr>
            <a:xfrm>
              <a:off x="7538679" y="851390"/>
              <a:ext cx="534689" cy="1232555"/>
            </a:xfrm>
            <a:custGeom>
              <a:avLst/>
              <a:gdLst/>
              <a:ahLst/>
              <a:cxnLst/>
              <a:rect l="l" t="t" r="r" b="b"/>
              <a:pathLst>
                <a:path w="2143" h="4940" extrusionOk="0">
                  <a:moveTo>
                    <a:pt x="2092" y="1941"/>
                  </a:moveTo>
                  <a:cubicBezTo>
                    <a:pt x="2067" y="1613"/>
                    <a:pt x="1966" y="1311"/>
                    <a:pt x="1790" y="1046"/>
                  </a:cubicBezTo>
                  <a:cubicBezTo>
                    <a:pt x="1601" y="794"/>
                    <a:pt x="1362" y="567"/>
                    <a:pt x="1097" y="391"/>
                  </a:cubicBezTo>
                  <a:cubicBezTo>
                    <a:pt x="820" y="214"/>
                    <a:pt x="505" y="88"/>
                    <a:pt x="177" y="25"/>
                  </a:cubicBezTo>
                  <a:lnTo>
                    <a:pt x="64" y="0"/>
                  </a:lnTo>
                  <a:cubicBezTo>
                    <a:pt x="26" y="13"/>
                    <a:pt x="1" y="50"/>
                    <a:pt x="13" y="88"/>
                  </a:cubicBezTo>
                  <a:cubicBezTo>
                    <a:pt x="51" y="177"/>
                    <a:pt x="101" y="240"/>
                    <a:pt x="164" y="303"/>
                  </a:cubicBezTo>
                  <a:cubicBezTo>
                    <a:pt x="341" y="441"/>
                    <a:pt x="530" y="580"/>
                    <a:pt x="719" y="706"/>
                  </a:cubicBezTo>
                  <a:cubicBezTo>
                    <a:pt x="1236" y="1033"/>
                    <a:pt x="1576" y="1449"/>
                    <a:pt x="1664" y="2067"/>
                  </a:cubicBezTo>
                  <a:cubicBezTo>
                    <a:pt x="1740" y="2407"/>
                    <a:pt x="1714" y="2747"/>
                    <a:pt x="1601" y="3075"/>
                  </a:cubicBezTo>
                  <a:cubicBezTo>
                    <a:pt x="1450" y="3365"/>
                    <a:pt x="1236" y="3604"/>
                    <a:pt x="984" y="3806"/>
                  </a:cubicBezTo>
                  <a:cubicBezTo>
                    <a:pt x="807" y="3957"/>
                    <a:pt x="215" y="4637"/>
                    <a:pt x="379" y="4940"/>
                  </a:cubicBezTo>
                  <a:lnTo>
                    <a:pt x="543" y="4940"/>
                  </a:lnTo>
                  <a:cubicBezTo>
                    <a:pt x="555" y="4914"/>
                    <a:pt x="568" y="4902"/>
                    <a:pt x="580" y="4877"/>
                  </a:cubicBezTo>
                  <a:cubicBezTo>
                    <a:pt x="618" y="4725"/>
                    <a:pt x="706" y="4587"/>
                    <a:pt x="832" y="4473"/>
                  </a:cubicBezTo>
                  <a:cubicBezTo>
                    <a:pt x="1059" y="4259"/>
                    <a:pt x="1299" y="4045"/>
                    <a:pt x="1513" y="3818"/>
                  </a:cubicBezTo>
                  <a:cubicBezTo>
                    <a:pt x="1601" y="3730"/>
                    <a:pt x="1677" y="3629"/>
                    <a:pt x="1740" y="3528"/>
                  </a:cubicBezTo>
                  <a:cubicBezTo>
                    <a:pt x="1777" y="3440"/>
                    <a:pt x="1815" y="3365"/>
                    <a:pt x="1853" y="3276"/>
                  </a:cubicBezTo>
                  <a:cubicBezTo>
                    <a:pt x="1916" y="3125"/>
                    <a:pt x="1979" y="2986"/>
                    <a:pt x="2029" y="2835"/>
                  </a:cubicBezTo>
                  <a:cubicBezTo>
                    <a:pt x="2118" y="2545"/>
                    <a:pt x="2143" y="2230"/>
                    <a:pt x="2092" y="1941"/>
                  </a:cubicBezTo>
                  <a:close/>
                </a:path>
              </a:pathLst>
            </a:custGeom>
            <a:solidFill>
              <a:srgbClr val="595959">
                <a:alpha val="129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6"/>
            <p:cNvSpPr/>
            <p:nvPr/>
          </p:nvSpPr>
          <p:spPr>
            <a:xfrm>
              <a:off x="7117517" y="2105649"/>
              <a:ext cx="607046" cy="129244"/>
            </a:xfrm>
            <a:custGeom>
              <a:avLst/>
              <a:gdLst/>
              <a:ahLst/>
              <a:cxnLst/>
              <a:rect l="l" t="t" r="r" b="b"/>
              <a:pathLst>
                <a:path w="2433" h="518" extrusionOk="0">
                  <a:moveTo>
                    <a:pt x="907" y="517"/>
                  </a:moveTo>
                  <a:cubicBezTo>
                    <a:pt x="655" y="492"/>
                    <a:pt x="479" y="480"/>
                    <a:pt x="303" y="467"/>
                  </a:cubicBezTo>
                  <a:cubicBezTo>
                    <a:pt x="227" y="454"/>
                    <a:pt x="151" y="429"/>
                    <a:pt x="88" y="404"/>
                  </a:cubicBezTo>
                  <a:cubicBezTo>
                    <a:pt x="51" y="366"/>
                    <a:pt x="25" y="316"/>
                    <a:pt x="13" y="265"/>
                  </a:cubicBezTo>
                  <a:cubicBezTo>
                    <a:pt x="0" y="202"/>
                    <a:pt x="51" y="165"/>
                    <a:pt x="101" y="152"/>
                  </a:cubicBezTo>
                  <a:cubicBezTo>
                    <a:pt x="240" y="114"/>
                    <a:pt x="366" y="76"/>
                    <a:pt x="504" y="64"/>
                  </a:cubicBezTo>
                  <a:cubicBezTo>
                    <a:pt x="895" y="39"/>
                    <a:pt x="1285" y="13"/>
                    <a:pt x="1689" y="1"/>
                  </a:cubicBezTo>
                  <a:cubicBezTo>
                    <a:pt x="1878" y="1"/>
                    <a:pt x="2054" y="13"/>
                    <a:pt x="2231" y="39"/>
                  </a:cubicBezTo>
                  <a:cubicBezTo>
                    <a:pt x="2357" y="64"/>
                    <a:pt x="2407" y="114"/>
                    <a:pt x="2420" y="215"/>
                  </a:cubicBezTo>
                  <a:cubicBezTo>
                    <a:pt x="2432" y="316"/>
                    <a:pt x="2382" y="366"/>
                    <a:pt x="2268" y="404"/>
                  </a:cubicBezTo>
                  <a:cubicBezTo>
                    <a:pt x="2155" y="442"/>
                    <a:pt x="2054" y="467"/>
                    <a:pt x="1953" y="467"/>
                  </a:cubicBezTo>
                  <a:cubicBezTo>
                    <a:pt x="1575" y="492"/>
                    <a:pt x="1210" y="505"/>
                    <a:pt x="907" y="5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6"/>
            <p:cNvSpPr/>
            <p:nvPr/>
          </p:nvSpPr>
          <p:spPr>
            <a:xfrm>
              <a:off x="7108036" y="2234643"/>
              <a:ext cx="619521" cy="132238"/>
            </a:xfrm>
            <a:custGeom>
              <a:avLst/>
              <a:gdLst/>
              <a:ahLst/>
              <a:cxnLst/>
              <a:rect l="l" t="t" r="r" b="b"/>
              <a:pathLst>
                <a:path w="2483" h="530" extrusionOk="0">
                  <a:moveTo>
                    <a:pt x="1223" y="530"/>
                  </a:moveTo>
                  <a:cubicBezTo>
                    <a:pt x="983" y="517"/>
                    <a:pt x="756" y="504"/>
                    <a:pt x="530" y="492"/>
                  </a:cubicBezTo>
                  <a:cubicBezTo>
                    <a:pt x="391" y="479"/>
                    <a:pt x="252" y="416"/>
                    <a:pt x="164" y="328"/>
                  </a:cubicBezTo>
                  <a:cubicBezTo>
                    <a:pt x="101" y="265"/>
                    <a:pt x="51" y="202"/>
                    <a:pt x="26" y="126"/>
                  </a:cubicBezTo>
                  <a:cubicBezTo>
                    <a:pt x="0" y="38"/>
                    <a:pt x="51" y="0"/>
                    <a:pt x="139" y="0"/>
                  </a:cubicBezTo>
                  <a:cubicBezTo>
                    <a:pt x="391" y="26"/>
                    <a:pt x="643" y="63"/>
                    <a:pt x="895" y="76"/>
                  </a:cubicBezTo>
                  <a:cubicBezTo>
                    <a:pt x="1147" y="76"/>
                    <a:pt x="1424" y="63"/>
                    <a:pt x="1701" y="51"/>
                  </a:cubicBezTo>
                  <a:cubicBezTo>
                    <a:pt x="1878" y="38"/>
                    <a:pt x="2067" y="26"/>
                    <a:pt x="2256" y="13"/>
                  </a:cubicBezTo>
                  <a:cubicBezTo>
                    <a:pt x="2344" y="0"/>
                    <a:pt x="2432" y="63"/>
                    <a:pt x="2458" y="152"/>
                  </a:cubicBezTo>
                  <a:cubicBezTo>
                    <a:pt x="2483" y="227"/>
                    <a:pt x="2432" y="315"/>
                    <a:pt x="2357" y="353"/>
                  </a:cubicBezTo>
                  <a:cubicBezTo>
                    <a:pt x="2243" y="404"/>
                    <a:pt x="2117" y="454"/>
                    <a:pt x="1991" y="467"/>
                  </a:cubicBezTo>
                  <a:cubicBezTo>
                    <a:pt x="1727" y="504"/>
                    <a:pt x="1475" y="517"/>
                    <a:pt x="1223" y="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6"/>
            <p:cNvSpPr/>
            <p:nvPr/>
          </p:nvSpPr>
          <p:spPr>
            <a:xfrm>
              <a:off x="7142468" y="2360393"/>
              <a:ext cx="575608" cy="144962"/>
            </a:xfrm>
            <a:custGeom>
              <a:avLst/>
              <a:gdLst/>
              <a:ahLst/>
              <a:cxnLst/>
              <a:rect l="l" t="t" r="r" b="b"/>
              <a:pathLst>
                <a:path w="2307" h="581" extrusionOk="0">
                  <a:moveTo>
                    <a:pt x="51" y="0"/>
                  </a:moveTo>
                  <a:cubicBezTo>
                    <a:pt x="757" y="152"/>
                    <a:pt x="1488" y="152"/>
                    <a:pt x="2194" y="13"/>
                  </a:cubicBezTo>
                  <a:cubicBezTo>
                    <a:pt x="2307" y="177"/>
                    <a:pt x="2307" y="265"/>
                    <a:pt x="2131" y="341"/>
                  </a:cubicBezTo>
                  <a:cubicBezTo>
                    <a:pt x="1979" y="416"/>
                    <a:pt x="1828" y="467"/>
                    <a:pt x="1664" y="505"/>
                  </a:cubicBezTo>
                  <a:cubicBezTo>
                    <a:pt x="1248" y="580"/>
                    <a:pt x="833" y="580"/>
                    <a:pt x="417" y="517"/>
                  </a:cubicBezTo>
                  <a:cubicBezTo>
                    <a:pt x="228" y="505"/>
                    <a:pt x="64" y="366"/>
                    <a:pt x="26" y="177"/>
                  </a:cubicBezTo>
                  <a:cubicBezTo>
                    <a:pt x="1" y="114"/>
                    <a:pt x="14" y="51"/>
                    <a:pt x="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6"/>
            <p:cNvSpPr/>
            <p:nvPr/>
          </p:nvSpPr>
          <p:spPr>
            <a:xfrm>
              <a:off x="7173905" y="1483136"/>
              <a:ext cx="506495" cy="544170"/>
            </a:xfrm>
            <a:custGeom>
              <a:avLst/>
              <a:gdLst/>
              <a:ahLst/>
              <a:cxnLst/>
              <a:rect l="l" t="t" r="r" b="b"/>
              <a:pathLst>
                <a:path w="2030" h="2181" extrusionOk="0">
                  <a:moveTo>
                    <a:pt x="1022" y="202"/>
                  </a:moveTo>
                  <a:cubicBezTo>
                    <a:pt x="883" y="89"/>
                    <a:pt x="845" y="102"/>
                    <a:pt x="669" y="265"/>
                  </a:cubicBezTo>
                  <a:cubicBezTo>
                    <a:pt x="694" y="303"/>
                    <a:pt x="707" y="341"/>
                    <a:pt x="719" y="379"/>
                  </a:cubicBezTo>
                  <a:cubicBezTo>
                    <a:pt x="744" y="417"/>
                    <a:pt x="770" y="492"/>
                    <a:pt x="782" y="555"/>
                  </a:cubicBezTo>
                  <a:cubicBezTo>
                    <a:pt x="807" y="606"/>
                    <a:pt x="807" y="694"/>
                    <a:pt x="732" y="732"/>
                  </a:cubicBezTo>
                  <a:cubicBezTo>
                    <a:pt x="656" y="757"/>
                    <a:pt x="606" y="707"/>
                    <a:pt x="555" y="656"/>
                  </a:cubicBezTo>
                  <a:cubicBezTo>
                    <a:pt x="492" y="543"/>
                    <a:pt x="467" y="417"/>
                    <a:pt x="505" y="303"/>
                  </a:cubicBezTo>
                  <a:cubicBezTo>
                    <a:pt x="505" y="291"/>
                    <a:pt x="492" y="278"/>
                    <a:pt x="492" y="265"/>
                  </a:cubicBezTo>
                  <a:cubicBezTo>
                    <a:pt x="404" y="202"/>
                    <a:pt x="291" y="139"/>
                    <a:pt x="190" y="215"/>
                  </a:cubicBezTo>
                  <a:cubicBezTo>
                    <a:pt x="102" y="291"/>
                    <a:pt x="140" y="404"/>
                    <a:pt x="165" y="505"/>
                  </a:cubicBezTo>
                  <a:cubicBezTo>
                    <a:pt x="278" y="996"/>
                    <a:pt x="467" y="1463"/>
                    <a:pt x="530" y="1967"/>
                  </a:cubicBezTo>
                  <a:cubicBezTo>
                    <a:pt x="543" y="1992"/>
                    <a:pt x="543" y="2017"/>
                    <a:pt x="555" y="2042"/>
                  </a:cubicBezTo>
                  <a:cubicBezTo>
                    <a:pt x="568" y="2093"/>
                    <a:pt x="568" y="2143"/>
                    <a:pt x="505" y="2156"/>
                  </a:cubicBezTo>
                  <a:cubicBezTo>
                    <a:pt x="442" y="2156"/>
                    <a:pt x="442" y="2105"/>
                    <a:pt x="429" y="2055"/>
                  </a:cubicBezTo>
                  <a:cubicBezTo>
                    <a:pt x="404" y="1904"/>
                    <a:pt x="379" y="1765"/>
                    <a:pt x="341" y="1614"/>
                  </a:cubicBezTo>
                  <a:cubicBezTo>
                    <a:pt x="291" y="1400"/>
                    <a:pt x="228" y="1173"/>
                    <a:pt x="177" y="959"/>
                  </a:cubicBezTo>
                  <a:cubicBezTo>
                    <a:pt x="114" y="744"/>
                    <a:pt x="77" y="555"/>
                    <a:pt x="39" y="354"/>
                  </a:cubicBezTo>
                  <a:cubicBezTo>
                    <a:pt x="1" y="190"/>
                    <a:pt x="140" y="51"/>
                    <a:pt x="303" y="76"/>
                  </a:cubicBezTo>
                  <a:cubicBezTo>
                    <a:pt x="354" y="76"/>
                    <a:pt x="404" y="89"/>
                    <a:pt x="442" y="114"/>
                  </a:cubicBezTo>
                  <a:cubicBezTo>
                    <a:pt x="480" y="127"/>
                    <a:pt x="518" y="152"/>
                    <a:pt x="555" y="177"/>
                  </a:cubicBezTo>
                  <a:cubicBezTo>
                    <a:pt x="644" y="114"/>
                    <a:pt x="732" y="64"/>
                    <a:pt x="820" y="26"/>
                  </a:cubicBezTo>
                  <a:cubicBezTo>
                    <a:pt x="933" y="26"/>
                    <a:pt x="1034" y="51"/>
                    <a:pt x="1135" y="89"/>
                  </a:cubicBezTo>
                  <a:cubicBezTo>
                    <a:pt x="1248" y="13"/>
                    <a:pt x="1387" y="1"/>
                    <a:pt x="1500" y="76"/>
                  </a:cubicBezTo>
                  <a:cubicBezTo>
                    <a:pt x="1551" y="89"/>
                    <a:pt x="1601" y="89"/>
                    <a:pt x="1639" y="89"/>
                  </a:cubicBezTo>
                  <a:cubicBezTo>
                    <a:pt x="1891" y="64"/>
                    <a:pt x="2030" y="215"/>
                    <a:pt x="1929" y="467"/>
                  </a:cubicBezTo>
                  <a:cubicBezTo>
                    <a:pt x="1752" y="921"/>
                    <a:pt x="1626" y="1400"/>
                    <a:pt x="1589" y="1878"/>
                  </a:cubicBezTo>
                  <a:cubicBezTo>
                    <a:pt x="1589" y="1941"/>
                    <a:pt x="1589" y="2017"/>
                    <a:pt x="1589" y="2080"/>
                  </a:cubicBezTo>
                  <a:cubicBezTo>
                    <a:pt x="1576" y="2118"/>
                    <a:pt x="1538" y="2156"/>
                    <a:pt x="1500" y="2168"/>
                  </a:cubicBezTo>
                  <a:cubicBezTo>
                    <a:pt x="1450" y="2181"/>
                    <a:pt x="1437" y="2118"/>
                    <a:pt x="1450" y="2067"/>
                  </a:cubicBezTo>
                  <a:cubicBezTo>
                    <a:pt x="1488" y="1841"/>
                    <a:pt x="1513" y="1601"/>
                    <a:pt x="1551" y="1374"/>
                  </a:cubicBezTo>
                  <a:cubicBezTo>
                    <a:pt x="1614" y="1047"/>
                    <a:pt x="1702" y="732"/>
                    <a:pt x="1828" y="442"/>
                  </a:cubicBezTo>
                  <a:cubicBezTo>
                    <a:pt x="1866" y="366"/>
                    <a:pt x="1853" y="291"/>
                    <a:pt x="1803" y="240"/>
                  </a:cubicBezTo>
                  <a:cubicBezTo>
                    <a:pt x="1740" y="190"/>
                    <a:pt x="1664" y="177"/>
                    <a:pt x="1614" y="228"/>
                  </a:cubicBezTo>
                  <a:cubicBezTo>
                    <a:pt x="1614" y="291"/>
                    <a:pt x="1614" y="366"/>
                    <a:pt x="1614" y="442"/>
                  </a:cubicBezTo>
                  <a:cubicBezTo>
                    <a:pt x="1614" y="505"/>
                    <a:pt x="1601" y="580"/>
                    <a:pt x="1589" y="644"/>
                  </a:cubicBezTo>
                  <a:cubicBezTo>
                    <a:pt x="1576" y="719"/>
                    <a:pt x="1500" y="757"/>
                    <a:pt x="1425" y="744"/>
                  </a:cubicBezTo>
                  <a:cubicBezTo>
                    <a:pt x="1349" y="744"/>
                    <a:pt x="1299" y="669"/>
                    <a:pt x="1324" y="606"/>
                  </a:cubicBezTo>
                  <a:cubicBezTo>
                    <a:pt x="1337" y="454"/>
                    <a:pt x="1362" y="316"/>
                    <a:pt x="1387" y="165"/>
                  </a:cubicBezTo>
                  <a:cubicBezTo>
                    <a:pt x="1337" y="102"/>
                    <a:pt x="1274" y="139"/>
                    <a:pt x="1211" y="177"/>
                  </a:cubicBezTo>
                  <a:cubicBezTo>
                    <a:pt x="1148" y="228"/>
                    <a:pt x="1185" y="278"/>
                    <a:pt x="1185" y="341"/>
                  </a:cubicBezTo>
                  <a:cubicBezTo>
                    <a:pt x="1185" y="442"/>
                    <a:pt x="1185" y="555"/>
                    <a:pt x="1173" y="656"/>
                  </a:cubicBezTo>
                  <a:cubicBezTo>
                    <a:pt x="1173" y="694"/>
                    <a:pt x="1110" y="757"/>
                    <a:pt x="1072" y="757"/>
                  </a:cubicBezTo>
                  <a:cubicBezTo>
                    <a:pt x="1022" y="744"/>
                    <a:pt x="971" y="719"/>
                    <a:pt x="946" y="681"/>
                  </a:cubicBezTo>
                  <a:cubicBezTo>
                    <a:pt x="870" y="568"/>
                    <a:pt x="921" y="454"/>
                    <a:pt x="946" y="341"/>
                  </a:cubicBezTo>
                  <a:cubicBezTo>
                    <a:pt x="971" y="291"/>
                    <a:pt x="996" y="240"/>
                    <a:pt x="1022" y="202"/>
                  </a:cubicBezTo>
                  <a:close/>
                  <a:moveTo>
                    <a:pt x="1097" y="328"/>
                  </a:moveTo>
                  <a:cubicBezTo>
                    <a:pt x="1022" y="417"/>
                    <a:pt x="1022" y="543"/>
                    <a:pt x="1085" y="644"/>
                  </a:cubicBezTo>
                  <a:cubicBezTo>
                    <a:pt x="1122" y="543"/>
                    <a:pt x="1173" y="442"/>
                    <a:pt x="1097" y="328"/>
                  </a:cubicBezTo>
                  <a:close/>
                  <a:moveTo>
                    <a:pt x="1500" y="316"/>
                  </a:moveTo>
                  <a:cubicBezTo>
                    <a:pt x="1437" y="404"/>
                    <a:pt x="1437" y="530"/>
                    <a:pt x="1500" y="618"/>
                  </a:cubicBezTo>
                  <a:cubicBezTo>
                    <a:pt x="1526" y="505"/>
                    <a:pt x="1563" y="417"/>
                    <a:pt x="1500" y="316"/>
                  </a:cubicBezTo>
                  <a:close/>
                  <a:moveTo>
                    <a:pt x="606" y="379"/>
                  </a:moveTo>
                  <a:cubicBezTo>
                    <a:pt x="606" y="492"/>
                    <a:pt x="606" y="568"/>
                    <a:pt x="694" y="606"/>
                  </a:cubicBezTo>
                  <a:cubicBezTo>
                    <a:pt x="719" y="517"/>
                    <a:pt x="681" y="454"/>
                    <a:pt x="606" y="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6"/>
            <p:cNvSpPr/>
            <p:nvPr/>
          </p:nvSpPr>
          <p:spPr>
            <a:xfrm>
              <a:off x="6963324" y="977141"/>
              <a:ext cx="408939" cy="383739"/>
            </a:xfrm>
            <a:custGeom>
              <a:avLst/>
              <a:gdLst/>
              <a:ahLst/>
              <a:cxnLst/>
              <a:rect l="l" t="t" r="r" b="b"/>
              <a:pathLst>
                <a:path w="1639" h="1538" extrusionOk="0">
                  <a:moveTo>
                    <a:pt x="1" y="1222"/>
                  </a:moveTo>
                  <a:cubicBezTo>
                    <a:pt x="1" y="819"/>
                    <a:pt x="291" y="240"/>
                    <a:pt x="769" y="114"/>
                  </a:cubicBezTo>
                  <a:cubicBezTo>
                    <a:pt x="858" y="88"/>
                    <a:pt x="933" y="63"/>
                    <a:pt x="1009" y="38"/>
                  </a:cubicBezTo>
                  <a:cubicBezTo>
                    <a:pt x="1147" y="0"/>
                    <a:pt x="1286" y="13"/>
                    <a:pt x="1412" y="63"/>
                  </a:cubicBezTo>
                  <a:cubicBezTo>
                    <a:pt x="1513" y="101"/>
                    <a:pt x="1588" y="151"/>
                    <a:pt x="1601" y="265"/>
                  </a:cubicBezTo>
                  <a:cubicBezTo>
                    <a:pt x="1639" y="378"/>
                    <a:pt x="1588" y="504"/>
                    <a:pt x="1500" y="580"/>
                  </a:cubicBezTo>
                  <a:cubicBezTo>
                    <a:pt x="1437" y="618"/>
                    <a:pt x="1374" y="643"/>
                    <a:pt x="1299" y="668"/>
                  </a:cubicBezTo>
                  <a:cubicBezTo>
                    <a:pt x="1198" y="681"/>
                    <a:pt x="1097" y="693"/>
                    <a:pt x="996" y="706"/>
                  </a:cubicBezTo>
                  <a:cubicBezTo>
                    <a:pt x="795" y="718"/>
                    <a:pt x="606" y="844"/>
                    <a:pt x="530" y="1033"/>
                  </a:cubicBezTo>
                  <a:cubicBezTo>
                    <a:pt x="492" y="1122"/>
                    <a:pt x="454" y="1210"/>
                    <a:pt x="417" y="1298"/>
                  </a:cubicBezTo>
                  <a:cubicBezTo>
                    <a:pt x="391" y="1348"/>
                    <a:pt x="366" y="1386"/>
                    <a:pt x="328" y="1424"/>
                  </a:cubicBezTo>
                  <a:cubicBezTo>
                    <a:pt x="240" y="1537"/>
                    <a:pt x="51" y="1500"/>
                    <a:pt x="13" y="1348"/>
                  </a:cubicBezTo>
                  <a:cubicBezTo>
                    <a:pt x="13" y="1311"/>
                    <a:pt x="1" y="1260"/>
                    <a:pt x="1" y="12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6"/>
            <p:cNvSpPr/>
            <p:nvPr/>
          </p:nvSpPr>
          <p:spPr>
            <a:xfrm>
              <a:off x="6931887" y="1401548"/>
              <a:ext cx="116519" cy="110281"/>
            </a:xfrm>
            <a:custGeom>
              <a:avLst/>
              <a:gdLst/>
              <a:ahLst/>
              <a:cxnLst/>
              <a:rect l="l" t="t" r="r" b="b"/>
              <a:pathLst>
                <a:path w="467" h="442" extrusionOk="0">
                  <a:moveTo>
                    <a:pt x="265" y="13"/>
                  </a:moveTo>
                  <a:cubicBezTo>
                    <a:pt x="379" y="0"/>
                    <a:pt x="467" y="88"/>
                    <a:pt x="467" y="202"/>
                  </a:cubicBezTo>
                  <a:cubicBezTo>
                    <a:pt x="467" y="340"/>
                    <a:pt x="354" y="441"/>
                    <a:pt x="215" y="429"/>
                  </a:cubicBezTo>
                  <a:cubicBezTo>
                    <a:pt x="102" y="429"/>
                    <a:pt x="1" y="340"/>
                    <a:pt x="13" y="214"/>
                  </a:cubicBezTo>
                  <a:cubicBezTo>
                    <a:pt x="1" y="101"/>
                    <a:pt x="114" y="13"/>
                    <a:pt x="265" y="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6"/>
            <p:cNvSpPr/>
            <p:nvPr/>
          </p:nvSpPr>
          <p:spPr>
            <a:xfrm>
              <a:off x="6812374" y="540009"/>
              <a:ext cx="1056155" cy="322111"/>
            </a:xfrm>
            <a:custGeom>
              <a:avLst/>
              <a:gdLst/>
              <a:ahLst/>
              <a:cxnLst/>
              <a:rect l="l" t="t" r="r" b="b"/>
              <a:pathLst>
                <a:path w="4233" h="1291" extrusionOk="0">
                  <a:moveTo>
                    <a:pt x="2100" y="1"/>
                  </a:moveTo>
                  <a:cubicBezTo>
                    <a:pt x="2077" y="1"/>
                    <a:pt x="2055" y="13"/>
                    <a:pt x="2042" y="38"/>
                  </a:cubicBezTo>
                  <a:cubicBezTo>
                    <a:pt x="1858" y="280"/>
                    <a:pt x="1842" y="617"/>
                    <a:pt x="1638" y="837"/>
                  </a:cubicBezTo>
                  <a:lnTo>
                    <a:pt x="1638" y="837"/>
                  </a:lnTo>
                  <a:cubicBezTo>
                    <a:pt x="1437" y="597"/>
                    <a:pt x="1280" y="323"/>
                    <a:pt x="1059" y="101"/>
                  </a:cubicBezTo>
                  <a:cubicBezTo>
                    <a:pt x="1047" y="85"/>
                    <a:pt x="1031" y="78"/>
                    <a:pt x="1014" y="78"/>
                  </a:cubicBezTo>
                  <a:cubicBezTo>
                    <a:pt x="979" y="78"/>
                    <a:pt x="942" y="109"/>
                    <a:pt x="933" y="152"/>
                  </a:cubicBezTo>
                  <a:cubicBezTo>
                    <a:pt x="921" y="472"/>
                    <a:pt x="966" y="816"/>
                    <a:pt x="844" y="1118"/>
                  </a:cubicBezTo>
                  <a:lnTo>
                    <a:pt x="844" y="1118"/>
                  </a:lnTo>
                  <a:cubicBezTo>
                    <a:pt x="592" y="1000"/>
                    <a:pt x="360" y="869"/>
                    <a:pt x="139" y="706"/>
                  </a:cubicBezTo>
                  <a:cubicBezTo>
                    <a:pt x="127" y="698"/>
                    <a:pt x="115" y="695"/>
                    <a:pt x="103" y="695"/>
                  </a:cubicBezTo>
                  <a:cubicBezTo>
                    <a:pt x="43" y="695"/>
                    <a:pt x="0" y="790"/>
                    <a:pt x="64" y="832"/>
                  </a:cubicBezTo>
                  <a:lnTo>
                    <a:pt x="76" y="845"/>
                  </a:lnTo>
                  <a:cubicBezTo>
                    <a:pt x="328" y="1021"/>
                    <a:pt x="593" y="1172"/>
                    <a:pt x="870" y="1286"/>
                  </a:cubicBezTo>
                  <a:cubicBezTo>
                    <a:pt x="877" y="1289"/>
                    <a:pt x="884" y="1291"/>
                    <a:pt x="891" y="1291"/>
                  </a:cubicBezTo>
                  <a:cubicBezTo>
                    <a:pt x="913" y="1291"/>
                    <a:pt x="936" y="1276"/>
                    <a:pt x="946" y="1248"/>
                  </a:cubicBezTo>
                  <a:cubicBezTo>
                    <a:pt x="1084" y="961"/>
                    <a:pt x="1079" y="647"/>
                    <a:pt x="1081" y="329"/>
                  </a:cubicBezTo>
                  <a:lnTo>
                    <a:pt x="1081" y="329"/>
                  </a:lnTo>
                  <a:cubicBezTo>
                    <a:pt x="1255" y="543"/>
                    <a:pt x="1400" y="789"/>
                    <a:pt x="1589" y="1009"/>
                  </a:cubicBezTo>
                  <a:cubicBezTo>
                    <a:pt x="1601" y="1021"/>
                    <a:pt x="1620" y="1028"/>
                    <a:pt x="1639" y="1028"/>
                  </a:cubicBezTo>
                  <a:cubicBezTo>
                    <a:pt x="1658" y="1028"/>
                    <a:pt x="1677" y="1021"/>
                    <a:pt x="1689" y="1009"/>
                  </a:cubicBezTo>
                  <a:cubicBezTo>
                    <a:pt x="1917" y="803"/>
                    <a:pt x="1958" y="494"/>
                    <a:pt x="2094" y="235"/>
                  </a:cubicBezTo>
                  <a:lnTo>
                    <a:pt x="2094" y="235"/>
                  </a:lnTo>
                  <a:cubicBezTo>
                    <a:pt x="2172" y="425"/>
                    <a:pt x="2243" y="620"/>
                    <a:pt x="2357" y="807"/>
                  </a:cubicBezTo>
                  <a:cubicBezTo>
                    <a:pt x="2365" y="831"/>
                    <a:pt x="2389" y="845"/>
                    <a:pt x="2412" y="845"/>
                  </a:cubicBezTo>
                  <a:cubicBezTo>
                    <a:pt x="2424" y="845"/>
                    <a:pt x="2437" y="841"/>
                    <a:pt x="2445" y="832"/>
                  </a:cubicBezTo>
                  <a:cubicBezTo>
                    <a:pt x="2688" y="659"/>
                    <a:pt x="2846" y="338"/>
                    <a:pt x="3112" y="198"/>
                  </a:cubicBezTo>
                  <a:lnTo>
                    <a:pt x="3112" y="198"/>
                  </a:lnTo>
                  <a:cubicBezTo>
                    <a:pt x="3142" y="422"/>
                    <a:pt x="3157" y="646"/>
                    <a:pt x="3201" y="870"/>
                  </a:cubicBezTo>
                  <a:cubicBezTo>
                    <a:pt x="3212" y="901"/>
                    <a:pt x="3239" y="924"/>
                    <a:pt x="3270" y="924"/>
                  </a:cubicBezTo>
                  <a:cubicBezTo>
                    <a:pt x="3276" y="924"/>
                    <a:pt x="3283" y="923"/>
                    <a:pt x="3290" y="920"/>
                  </a:cubicBezTo>
                  <a:cubicBezTo>
                    <a:pt x="3617" y="820"/>
                    <a:pt x="3920" y="643"/>
                    <a:pt x="4172" y="404"/>
                  </a:cubicBezTo>
                  <a:cubicBezTo>
                    <a:pt x="4233" y="363"/>
                    <a:pt x="4179" y="289"/>
                    <a:pt x="4116" y="289"/>
                  </a:cubicBezTo>
                  <a:cubicBezTo>
                    <a:pt x="4101" y="289"/>
                    <a:pt x="4085" y="293"/>
                    <a:pt x="4071" y="303"/>
                  </a:cubicBezTo>
                  <a:cubicBezTo>
                    <a:pt x="3863" y="511"/>
                    <a:pt x="3602" y="666"/>
                    <a:pt x="3326" y="759"/>
                  </a:cubicBezTo>
                  <a:lnTo>
                    <a:pt x="3326" y="759"/>
                  </a:lnTo>
                  <a:cubicBezTo>
                    <a:pt x="3287" y="531"/>
                    <a:pt x="3273" y="304"/>
                    <a:pt x="3239" y="76"/>
                  </a:cubicBezTo>
                  <a:cubicBezTo>
                    <a:pt x="3229" y="45"/>
                    <a:pt x="3201" y="23"/>
                    <a:pt x="3171" y="23"/>
                  </a:cubicBezTo>
                  <a:cubicBezTo>
                    <a:pt x="3164" y="23"/>
                    <a:pt x="3158" y="24"/>
                    <a:pt x="3151" y="26"/>
                  </a:cubicBezTo>
                  <a:cubicBezTo>
                    <a:pt x="2836" y="131"/>
                    <a:pt x="2672" y="452"/>
                    <a:pt x="2440" y="659"/>
                  </a:cubicBezTo>
                  <a:lnTo>
                    <a:pt x="2440" y="659"/>
                  </a:lnTo>
                  <a:cubicBezTo>
                    <a:pt x="2330" y="462"/>
                    <a:pt x="2269" y="240"/>
                    <a:pt x="2168" y="38"/>
                  </a:cubicBezTo>
                  <a:cubicBezTo>
                    <a:pt x="2149" y="13"/>
                    <a:pt x="2124" y="1"/>
                    <a:pt x="21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6"/>
            <p:cNvSpPr/>
            <p:nvPr/>
          </p:nvSpPr>
          <p:spPr>
            <a:xfrm>
              <a:off x="6498000" y="907030"/>
              <a:ext cx="485537" cy="1160697"/>
            </a:xfrm>
            <a:custGeom>
              <a:avLst/>
              <a:gdLst/>
              <a:ahLst/>
              <a:cxnLst/>
              <a:rect l="l" t="t" r="r" b="b"/>
              <a:pathLst>
                <a:path w="1946" h="4652" extrusionOk="0">
                  <a:moveTo>
                    <a:pt x="673" y="1"/>
                  </a:moveTo>
                  <a:cubicBezTo>
                    <a:pt x="593" y="1"/>
                    <a:pt x="528" y="99"/>
                    <a:pt x="606" y="168"/>
                  </a:cubicBezTo>
                  <a:lnTo>
                    <a:pt x="606" y="180"/>
                  </a:lnTo>
                  <a:cubicBezTo>
                    <a:pt x="754" y="309"/>
                    <a:pt x="911" y="438"/>
                    <a:pt x="1069" y="555"/>
                  </a:cubicBezTo>
                  <a:lnTo>
                    <a:pt x="1069" y="555"/>
                  </a:lnTo>
                  <a:cubicBezTo>
                    <a:pt x="810" y="659"/>
                    <a:pt x="524" y="699"/>
                    <a:pt x="265" y="785"/>
                  </a:cubicBezTo>
                  <a:cubicBezTo>
                    <a:pt x="190" y="810"/>
                    <a:pt x="177" y="899"/>
                    <a:pt x="215" y="949"/>
                  </a:cubicBezTo>
                  <a:cubicBezTo>
                    <a:pt x="377" y="1101"/>
                    <a:pt x="567" y="1217"/>
                    <a:pt x="775" y="1298"/>
                  </a:cubicBezTo>
                  <a:lnTo>
                    <a:pt x="775" y="1298"/>
                  </a:lnTo>
                  <a:cubicBezTo>
                    <a:pt x="536" y="1428"/>
                    <a:pt x="297" y="1549"/>
                    <a:pt x="89" y="1718"/>
                  </a:cubicBezTo>
                  <a:cubicBezTo>
                    <a:pt x="39" y="1768"/>
                    <a:pt x="64" y="1856"/>
                    <a:pt x="139" y="1869"/>
                  </a:cubicBezTo>
                  <a:cubicBezTo>
                    <a:pt x="276" y="1927"/>
                    <a:pt x="428" y="1933"/>
                    <a:pt x="577" y="1968"/>
                  </a:cubicBezTo>
                  <a:lnTo>
                    <a:pt x="577" y="1968"/>
                  </a:lnTo>
                  <a:cubicBezTo>
                    <a:pt x="407" y="2209"/>
                    <a:pt x="123" y="2351"/>
                    <a:pt x="13" y="2637"/>
                  </a:cubicBezTo>
                  <a:cubicBezTo>
                    <a:pt x="1" y="2688"/>
                    <a:pt x="26" y="2738"/>
                    <a:pt x="89" y="2751"/>
                  </a:cubicBezTo>
                  <a:cubicBezTo>
                    <a:pt x="215" y="2776"/>
                    <a:pt x="344" y="2776"/>
                    <a:pt x="473" y="2776"/>
                  </a:cubicBezTo>
                  <a:cubicBezTo>
                    <a:pt x="561" y="2776"/>
                    <a:pt x="648" y="2776"/>
                    <a:pt x="735" y="2784"/>
                  </a:cubicBezTo>
                  <a:lnTo>
                    <a:pt x="735" y="2784"/>
                  </a:lnTo>
                  <a:cubicBezTo>
                    <a:pt x="592" y="3045"/>
                    <a:pt x="384" y="3271"/>
                    <a:pt x="253" y="3545"/>
                  </a:cubicBezTo>
                  <a:cubicBezTo>
                    <a:pt x="219" y="3611"/>
                    <a:pt x="274" y="3688"/>
                    <a:pt x="339" y="3688"/>
                  </a:cubicBezTo>
                  <a:cubicBezTo>
                    <a:pt x="348" y="3688"/>
                    <a:pt x="357" y="3686"/>
                    <a:pt x="366" y="3683"/>
                  </a:cubicBezTo>
                  <a:cubicBezTo>
                    <a:pt x="452" y="3664"/>
                    <a:pt x="852" y="3557"/>
                    <a:pt x="1055" y="3557"/>
                  </a:cubicBezTo>
                  <a:cubicBezTo>
                    <a:pt x="1119" y="3557"/>
                    <a:pt x="1164" y="3568"/>
                    <a:pt x="1173" y="3595"/>
                  </a:cubicBezTo>
                  <a:cubicBezTo>
                    <a:pt x="1185" y="3759"/>
                    <a:pt x="1160" y="3923"/>
                    <a:pt x="1097" y="4087"/>
                  </a:cubicBezTo>
                  <a:cubicBezTo>
                    <a:pt x="1059" y="4238"/>
                    <a:pt x="1021" y="4376"/>
                    <a:pt x="971" y="4528"/>
                  </a:cubicBezTo>
                  <a:cubicBezTo>
                    <a:pt x="950" y="4589"/>
                    <a:pt x="1014" y="4651"/>
                    <a:pt x="1072" y="4651"/>
                  </a:cubicBezTo>
                  <a:cubicBezTo>
                    <a:pt x="1085" y="4651"/>
                    <a:pt x="1098" y="4648"/>
                    <a:pt x="1110" y="4641"/>
                  </a:cubicBezTo>
                  <a:cubicBezTo>
                    <a:pt x="1349" y="4490"/>
                    <a:pt x="1588" y="4376"/>
                    <a:pt x="1841" y="4288"/>
                  </a:cubicBezTo>
                  <a:cubicBezTo>
                    <a:pt x="1946" y="4241"/>
                    <a:pt x="1910" y="4097"/>
                    <a:pt x="1813" y="4097"/>
                  </a:cubicBezTo>
                  <a:cubicBezTo>
                    <a:pt x="1806" y="4097"/>
                    <a:pt x="1798" y="4097"/>
                    <a:pt x="1790" y="4099"/>
                  </a:cubicBezTo>
                  <a:cubicBezTo>
                    <a:pt x="1599" y="4163"/>
                    <a:pt x="1408" y="4246"/>
                    <a:pt x="1226" y="4345"/>
                  </a:cubicBezTo>
                  <a:lnTo>
                    <a:pt x="1226" y="4345"/>
                  </a:lnTo>
                  <a:cubicBezTo>
                    <a:pt x="1258" y="4234"/>
                    <a:pt x="1289" y="4122"/>
                    <a:pt x="1311" y="4011"/>
                  </a:cubicBezTo>
                  <a:cubicBezTo>
                    <a:pt x="1349" y="3860"/>
                    <a:pt x="1412" y="3608"/>
                    <a:pt x="1324" y="3469"/>
                  </a:cubicBezTo>
                  <a:cubicBezTo>
                    <a:pt x="1271" y="3387"/>
                    <a:pt x="1188" y="3367"/>
                    <a:pt x="1099" y="3367"/>
                  </a:cubicBezTo>
                  <a:cubicBezTo>
                    <a:pt x="1039" y="3367"/>
                    <a:pt x="977" y="3376"/>
                    <a:pt x="921" y="3381"/>
                  </a:cubicBezTo>
                  <a:cubicBezTo>
                    <a:pt x="791" y="3397"/>
                    <a:pt x="661" y="3424"/>
                    <a:pt x="532" y="3451"/>
                  </a:cubicBezTo>
                  <a:lnTo>
                    <a:pt x="532" y="3451"/>
                  </a:lnTo>
                  <a:cubicBezTo>
                    <a:pt x="671" y="3220"/>
                    <a:pt x="852" y="3011"/>
                    <a:pt x="971" y="2763"/>
                  </a:cubicBezTo>
                  <a:cubicBezTo>
                    <a:pt x="996" y="2700"/>
                    <a:pt x="971" y="2637"/>
                    <a:pt x="908" y="2625"/>
                  </a:cubicBezTo>
                  <a:cubicBezTo>
                    <a:pt x="697" y="2583"/>
                    <a:pt x="477" y="2602"/>
                    <a:pt x="256" y="2580"/>
                  </a:cubicBezTo>
                  <a:lnTo>
                    <a:pt x="256" y="2580"/>
                  </a:lnTo>
                  <a:cubicBezTo>
                    <a:pt x="402" y="2348"/>
                    <a:pt x="686" y="2210"/>
                    <a:pt x="807" y="1957"/>
                  </a:cubicBezTo>
                  <a:cubicBezTo>
                    <a:pt x="845" y="1907"/>
                    <a:pt x="807" y="1831"/>
                    <a:pt x="757" y="1818"/>
                  </a:cubicBezTo>
                  <a:cubicBezTo>
                    <a:pt x="629" y="1776"/>
                    <a:pt x="495" y="1762"/>
                    <a:pt x="367" y="1738"/>
                  </a:cubicBezTo>
                  <a:lnTo>
                    <a:pt x="367" y="1738"/>
                  </a:lnTo>
                  <a:cubicBezTo>
                    <a:pt x="587" y="1587"/>
                    <a:pt x="831" y="1485"/>
                    <a:pt x="1059" y="1340"/>
                  </a:cubicBezTo>
                  <a:cubicBezTo>
                    <a:pt x="1135" y="1302"/>
                    <a:pt x="1122" y="1188"/>
                    <a:pt x="1034" y="1163"/>
                  </a:cubicBezTo>
                  <a:cubicBezTo>
                    <a:pt x="836" y="1114"/>
                    <a:pt x="646" y="1033"/>
                    <a:pt x="482" y="909"/>
                  </a:cubicBezTo>
                  <a:lnTo>
                    <a:pt x="482" y="909"/>
                  </a:lnTo>
                  <a:cubicBezTo>
                    <a:pt x="757" y="828"/>
                    <a:pt x="1036" y="772"/>
                    <a:pt x="1299" y="647"/>
                  </a:cubicBezTo>
                  <a:cubicBezTo>
                    <a:pt x="1362" y="609"/>
                    <a:pt x="1362" y="521"/>
                    <a:pt x="1299" y="483"/>
                  </a:cubicBezTo>
                  <a:cubicBezTo>
                    <a:pt x="1097" y="344"/>
                    <a:pt x="921" y="193"/>
                    <a:pt x="744" y="29"/>
                  </a:cubicBezTo>
                  <a:cubicBezTo>
                    <a:pt x="721" y="9"/>
                    <a:pt x="697" y="1"/>
                    <a:pt x="6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6"/>
            <p:cNvSpPr/>
            <p:nvPr/>
          </p:nvSpPr>
          <p:spPr>
            <a:xfrm>
              <a:off x="7835339" y="727137"/>
              <a:ext cx="511735" cy="1352567"/>
            </a:xfrm>
            <a:custGeom>
              <a:avLst/>
              <a:gdLst/>
              <a:ahLst/>
              <a:cxnLst/>
              <a:rect l="l" t="t" r="r" b="b"/>
              <a:pathLst>
                <a:path w="2051" h="5421" extrusionOk="0">
                  <a:moveTo>
                    <a:pt x="733" y="0"/>
                  </a:moveTo>
                  <a:cubicBezTo>
                    <a:pt x="686" y="0"/>
                    <a:pt x="639" y="32"/>
                    <a:pt x="639" y="95"/>
                  </a:cubicBezTo>
                  <a:lnTo>
                    <a:pt x="626" y="82"/>
                  </a:lnTo>
                  <a:cubicBezTo>
                    <a:pt x="614" y="322"/>
                    <a:pt x="425" y="611"/>
                    <a:pt x="551" y="851"/>
                  </a:cubicBezTo>
                  <a:cubicBezTo>
                    <a:pt x="622" y="974"/>
                    <a:pt x="783" y="1004"/>
                    <a:pt x="951" y="1004"/>
                  </a:cubicBezTo>
                  <a:cubicBezTo>
                    <a:pt x="1065" y="1004"/>
                    <a:pt x="1182" y="990"/>
                    <a:pt x="1278" y="982"/>
                  </a:cubicBezTo>
                  <a:lnTo>
                    <a:pt x="1278" y="982"/>
                  </a:lnTo>
                  <a:cubicBezTo>
                    <a:pt x="1252" y="1218"/>
                    <a:pt x="1111" y="1431"/>
                    <a:pt x="979" y="1607"/>
                  </a:cubicBezTo>
                  <a:cubicBezTo>
                    <a:pt x="954" y="1670"/>
                    <a:pt x="979" y="1733"/>
                    <a:pt x="1042" y="1758"/>
                  </a:cubicBezTo>
                  <a:cubicBezTo>
                    <a:pt x="1268" y="1812"/>
                    <a:pt x="1512" y="1829"/>
                    <a:pt x="1750" y="1880"/>
                  </a:cubicBezTo>
                  <a:lnTo>
                    <a:pt x="1750" y="1880"/>
                  </a:lnTo>
                  <a:cubicBezTo>
                    <a:pt x="1622" y="2074"/>
                    <a:pt x="1417" y="2219"/>
                    <a:pt x="1256" y="2401"/>
                  </a:cubicBezTo>
                  <a:cubicBezTo>
                    <a:pt x="1218" y="2439"/>
                    <a:pt x="1218" y="2502"/>
                    <a:pt x="1256" y="2539"/>
                  </a:cubicBezTo>
                  <a:cubicBezTo>
                    <a:pt x="1407" y="2712"/>
                    <a:pt x="1614" y="2820"/>
                    <a:pt x="1788" y="2958"/>
                  </a:cubicBezTo>
                  <a:lnTo>
                    <a:pt x="1788" y="2958"/>
                  </a:lnTo>
                  <a:cubicBezTo>
                    <a:pt x="1670" y="3045"/>
                    <a:pt x="1539" y="3121"/>
                    <a:pt x="1407" y="3182"/>
                  </a:cubicBezTo>
                  <a:cubicBezTo>
                    <a:pt x="1357" y="3207"/>
                    <a:pt x="1344" y="3270"/>
                    <a:pt x="1370" y="3321"/>
                  </a:cubicBezTo>
                  <a:cubicBezTo>
                    <a:pt x="1460" y="3474"/>
                    <a:pt x="1576" y="3608"/>
                    <a:pt x="1709" y="3723"/>
                  </a:cubicBezTo>
                  <a:lnTo>
                    <a:pt x="1709" y="3723"/>
                  </a:lnTo>
                  <a:cubicBezTo>
                    <a:pt x="1515" y="3766"/>
                    <a:pt x="1317" y="3790"/>
                    <a:pt x="1118" y="3800"/>
                  </a:cubicBezTo>
                  <a:cubicBezTo>
                    <a:pt x="1042" y="3800"/>
                    <a:pt x="992" y="3875"/>
                    <a:pt x="1029" y="3938"/>
                  </a:cubicBezTo>
                  <a:cubicBezTo>
                    <a:pt x="1159" y="4117"/>
                    <a:pt x="1304" y="4281"/>
                    <a:pt x="1465" y="4435"/>
                  </a:cubicBezTo>
                  <a:lnTo>
                    <a:pt x="1465" y="4435"/>
                  </a:lnTo>
                  <a:cubicBezTo>
                    <a:pt x="1212" y="4473"/>
                    <a:pt x="948" y="4489"/>
                    <a:pt x="702" y="4530"/>
                  </a:cubicBezTo>
                  <a:cubicBezTo>
                    <a:pt x="639" y="4543"/>
                    <a:pt x="614" y="4619"/>
                    <a:pt x="651" y="4669"/>
                  </a:cubicBezTo>
                  <a:cubicBezTo>
                    <a:pt x="778" y="4859"/>
                    <a:pt x="949" y="5023"/>
                    <a:pt x="1053" y="5226"/>
                  </a:cubicBezTo>
                  <a:lnTo>
                    <a:pt x="1053" y="5226"/>
                  </a:lnTo>
                  <a:cubicBezTo>
                    <a:pt x="1044" y="5226"/>
                    <a:pt x="1035" y="5226"/>
                    <a:pt x="1027" y="5226"/>
                  </a:cubicBezTo>
                  <a:cubicBezTo>
                    <a:pt x="733" y="5226"/>
                    <a:pt x="446" y="5197"/>
                    <a:pt x="160" y="5123"/>
                  </a:cubicBezTo>
                  <a:cubicBezTo>
                    <a:pt x="155" y="5122"/>
                    <a:pt x="151" y="5122"/>
                    <a:pt x="147" y="5122"/>
                  </a:cubicBezTo>
                  <a:cubicBezTo>
                    <a:pt x="43" y="5122"/>
                    <a:pt x="1" y="5263"/>
                    <a:pt x="110" y="5312"/>
                  </a:cubicBezTo>
                  <a:cubicBezTo>
                    <a:pt x="390" y="5382"/>
                    <a:pt x="679" y="5420"/>
                    <a:pt x="970" y="5420"/>
                  </a:cubicBezTo>
                  <a:cubicBezTo>
                    <a:pt x="1044" y="5420"/>
                    <a:pt x="1119" y="5418"/>
                    <a:pt x="1193" y="5412"/>
                  </a:cubicBezTo>
                  <a:cubicBezTo>
                    <a:pt x="1256" y="5412"/>
                    <a:pt x="1307" y="5362"/>
                    <a:pt x="1294" y="5299"/>
                  </a:cubicBezTo>
                  <a:cubicBezTo>
                    <a:pt x="1212" y="5062"/>
                    <a:pt x="1054" y="4885"/>
                    <a:pt x="909" y="4697"/>
                  </a:cubicBezTo>
                  <a:lnTo>
                    <a:pt x="909" y="4697"/>
                  </a:lnTo>
                  <a:cubicBezTo>
                    <a:pt x="1172" y="4663"/>
                    <a:pt x="1433" y="4644"/>
                    <a:pt x="1685" y="4581"/>
                  </a:cubicBezTo>
                  <a:cubicBezTo>
                    <a:pt x="1760" y="4568"/>
                    <a:pt x="1773" y="4480"/>
                    <a:pt x="1735" y="4430"/>
                  </a:cubicBezTo>
                  <a:cubicBezTo>
                    <a:pt x="1578" y="4292"/>
                    <a:pt x="1436" y="4147"/>
                    <a:pt x="1310" y="3989"/>
                  </a:cubicBezTo>
                  <a:lnTo>
                    <a:pt x="1310" y="3989"/>
                  </a:lnTo>
                  <a:cubicBezTo>
                    <a:pt x="1531" y="3969"/>
                    <a:pt x="1744" y="3931"/>
                    <a:pt x="1949" y="3863"/>
                  </a:cubicBezTo>
                  <a:cubicBezTo>
                    <a:pt x="2037" y="3837"/>
                    <a:pt x="2050" y="3724"/>
                    <a:pt x="1974" y="3686"/>
                  </a:cubicBezTo>
                  <a:cubicBezTo>
                    <a:pt x="1825" y="3590"/>
                    <a:pt x="1694" y="3458"/>
                    <a:pt x="1596" y="3313"/>
                  </a:cubicBezTo>
                  <a:lnTo>
                    <a:pt x="1596" y="3313"/>
                  </a:lnTo>
                  <a:cubicBezTo>
                    <a:pt x="1743" y="3236"/>
                    <a:pt x="1886" y="3148"/>
                    <a:pt x="2012" y="3043"/>
                  </a:cubicBezTo>
                  <a:cubicBezTo>
                    <a:pt x="2050" y="3006"/>
                    <a:pt x="2050" y="2943"/>
                    <a:pt x="2012" y="2905"/>
                  </a:cubicBezTo>
                  <a:cubicBezTo>
                    <a:pt x="1844" y="2737"/>
                    <a:pt x="1627" y="2639"/>
                    <a:pt x="1456" y="2477"/>
                  </a:cubicBezTo>
                  <a:lnTo>
                    <a:pt x="1456" y="2477"/>
                  </a:lnTo>
                  <a:cubicBezTo>
                    <a:pt x="1647" y="2292"/>
                    <a:pt x="1874" y="2134"/>
                    <a:pt x="1987" y="1884"/>
                  </a:cubicBezTo>
                  <a:cubicBezTo>
                    <a:pt x="2012" y="1821"/>
                    <a:pt x="1987" y="1758"/>
                    <a:pt x="1924" y="1733"/>
                  </a:cubicBezTo>
                  <a:cubicBezTo>
                    <a:pt x="1692" y="1670"/>
                    <a:pt x="1459" y="1659"/>
                    <a:pt x="1227" y="1613"/>
                  </a:cubicBezTo>
                  <a:lnTo>
                    <a:pt x="1227" y="1613"/>
                  </a:lnTo>
                  <a:cubicBezTo>
                    <a:pt x="1366" y="1397"/>
                    <a:pt x="1494" y="1147"/>
                    <a:pt x="1483" y="889"/>
                  </a:cubicBezTo>
                  <a:cubicBezTo>
                    <a:pt x="1470" y="838"/>
                    <a:pt x="1433" y="801"/>
                    <a:pt x="1382" y="801"/>
                  </a:cubicBezTo>
                  <a:cubicBezTo>
                    <a:pt x="1301" y="801"/>
                    <a:pt x="1139" y="826"/>
                    <a:pt x="993" y="826"/>
                  </a:cubicBezTo>
                  <a:cubicBezTo>
                    <a:pt x="868" y="826"/>
                    <a:pt x="755" y="807"/>
                    <a:pt x="714" y="738"/>
                  </a:cubicBezTo>
                  <a:cubicBezTo>
                    <a:pt x="677" y="662"/>
                    <a:pt x="740" y="498"/>
                    <a:pt x="765" y="422"/>
                  </a:cubicBezTo>
                  <a:cubicBezTo>
                    <a:pt x="790" y="309"/>
                    <a:pt x="815" y="196"/>
                    <a:pt x="828" y="95"/>
                  </a:cubicBezTo>
                  <a:cubicBezTo>
                    <a:pt x="828" y="32"/>
                    <a:pt x="781" y="0"/>
                    <a:pt x="7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8"/>
          <p:cNvSpPr txBox="1">
            <a:spLocks noGrp="1"/>
          </p:cNvSpPr>
          <p:nvPr>
            <p:ph type="ctrTitle" idx="6"/>
          </p:nvPr>
        </p:nvSpPr>
        <p:spPr>
          <a:xfrm>
            <a:off x="970393" y="1112347"/>
            <a:ext cx="7915591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u="none" strike="noStrike" dirty="0">
                <a:solidFill>
                  <a:schemeClr val="tx1"/>
                </a:solidFill>
                <a:effectLst/>
                <a:latin typeface="Fredoka One" panose="020B0604020202020204" charset="0"/>
              </a:rPr>
              <a:t>How to get the contents of the element we selected?</a:t>
            </a:r>
            <a:endParaRPr lang="en-GB" dirty="0">
              <a:solidFill>
                <a:schemeClr val="tx1"/>
              </a:solidFill>
              <a:latin typeface="Fredoka One" panose="020B0604020202020204" charset="0"/>
            </a:endParaRPr>
          </a:p>
        </p:txBody>
      </p:sp>
      <p:sp>
        <p:nvSpPr>
          <p:cNvPr id="748" name="Google Shape;748;p48"/>
          <p:cNvSpPr txBox="1">
            <a:spLocks noGrp="1"/>
          </p:cNvSpPr>
          <p:nvPr>
            <p:ph type="ctrTitle"/>
          </p:nvPr>
        </p:nvSpPr>
        <p:spPr>
          <a:xfrm>
            <a:off x="2501999" y="1900652"/>
            <a:ext cx="4951703" cy="4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The innerHTML property will retrieve the text inside the selected element</a:t>
            </a:r>
            <a:r>
              <a:rPr lang="en-GB" sz="1800" b="0" i="0" u="none" strike="noStrike" dirty="0">
                <a:solidFill>
                  <a:srgbClr val="002060"/>
                </a:solidFill>
                <a:effectLst/>
                <a:latin typeface="Rockwell" panose="02060603020205020403" pitchFamily="18" charset="0"/>
              </a:rPr>
              <a:t>.</a:t>
            </a:r>
            <a:endParaRPr dirty="0">
              <a:solidFill>
                <a:srgbClr val="002060"/>
              </a:solidFill>
            </a:endParaRPr>
          </a:p>
        </p:txBody>
      </p:sp>
      <p:grpSp>
        <p:nvGrpSpPr>
          <p:cNvPr id="750" name="Google Shape;750;p48"/>
          <p:cNvGrpSpPr/>
          <p:nvPr/>
        </p:nvGrpSpPr>
        <p:grpSpPr>
          <a:xfrm>
            <a:off x="657090" y="1529634"/>
            <a:ext cx="1608571" cy="2941242"/>
            <a:chOff x="657090" y="1529634"/>
            <a:chExt cx="1608571" cy="2941242"/>
          </a:xfrm>
        </p:grpSpPr>
        <p:sp>
          <p:nvSpPr>
            <p:cNvPr id="751" name="Google Shape;751;p48"/>
            <p:cNvSpPr/>
            <p:nvPr/>
          </p:nvSpPr>
          <p:spPr>
            <a:xfrm>
              <a:off x="842775" y="3385975"/>
              <a:ext cx="757200" cy="97800"/>
            </a:xfrm>
            <a:prstGeom prst="ellipse">
              <a:avLst/>
            </a:prstGeom>
            <a:solidFill>
              <a:srgbClr val="000000">
                <a:alpha val="3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2" name="Google Shape;752;p48"/>
            <p:cNvGrpSpPr/>
            <p:nvPr/>
          </p:nvGrpSpPr>
          <p:grpSpPr>
            <a:xfrm flipH="1">
              <a:off x="657090" y="1529634"/>
              <a:ext cx="1608571" cy="2941242"/>
              <a:chOff x="3491650" y="1309550"/>
              <a:chExt cx="145250" cy="265175"/>
            </a:xfrm>
          </p:grpSpPr>
          <p:sp>
            <p:nvSpPr>
              <p:cNvPr id="753" name="Google Shape;753;p48"/>
              <p:cNvSpPr/>
              <p:nvPr/>
            </p:nvSpPr>
            <p:spPr>
              <a:xfrm>
                <a:off x="3584900" y="1313225"/>
                <a:ext cx="38450" cy="69025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2761" extrusionOk="0">
                    <a:moveTo>
                      <a:pt x="754" y="0"/>
                    </a:moveTo>
                    <a:cubicBezTo>
                      <a:pt x="747" y="0"/>
                      <a:pt x="739" y="1"/>
                      <a:pt x="732" y="1"/>
                    </a:cubicBezTo>
                    <a:cubicBezTo>
                      <a:pt x="391" y="26"/>
                      <a:pt x="1" y="1034"/>
                      <a:pt x="1" y="1034"/>
                    </a:cubicBezTo>
                    <a:lnTo>
                      <a:pt x="240" y="1034"/>
                    </a:lnTo>
                    <a:cubicBezTo>
                      <a:pt x="240" y="1034"/>
                      <a:pt x="291" y="1614"/>
                      <a:pt x="391" y="1614"/>
                    </a:cubicBezTo>
                    <a:cubicBezTo>
                      <a:pt x="618" y="1564"/>
                      <a:pt x="845" y="1501"/>
                      <a:pt x="1072" y="1425"/>
                    </a:cubicBezTo>
                    <a:lnTo>
                      <a:pt x="1072" y="1425"/>
                    </a:lnTo>
                    <a:lnTo>
                      <a:pt x="505" y="2761"/>
                    </a:lnTo>
                    <a:lnTo>
                      <a:pt x="1500" y="2358"/>
                    </a:lnTo>
                    <a:cubicBezTo>
                      <a:pt x="1500" y="2358"/>
                      <a:pt x="1538" y="745"/>
                      <a:pt x="1362" y="505"/>
                    </a:cubicBezTo>
                    <a:cubicBezTo>
                      <a:pt x="1362" y="505"/>
                      <a:pt x="1073" y="0"/>
                      <a:pt x="754" y="0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48"/>
              <p:cNvSpPr/>
              <p:nvPr/>
            </p:nvSpPr>
            <p:spPr>
              <a:xfrm>
                <a:off x="3595625" y="1309550"/>
                <a:ext cx="41275" cy="4907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963" extrusionOk="0">
                    <a:moveTo>
                      <a:pt x="647" y="0"/>
                    </a:moveTo>
                    <a:cubicBezTo>
                      <a:pt x="361" y="0"/>
                      <a:pt x="88" y="112"/>
                      <a:pt x="0" y="375"/>
                    </a:cubicBezTo>
                    <a:cubicBezTo>
                      <a:pt x="0" y="375"/>
                      <a:pt x="240" y="551"/>
                      <a:pt x="366" y="627"/>
                    </a:cubicBezTo>
                    <a:cubicBezTo>
                      <a:pt x="454" y="665"/>
                      <a:pt x="555" y="690"/>
                      <a:pt x="655" y="690"/>
                    </a:cubicBezTo>
                    <a:cubicBezTo>
                      <a:pt x="655" y="690"/>
                      <a:pt x="718" y="551"/>
                      <a:pt x="832" y="551"/>
                    </a:cubicBezTo>
                    <a:cubicBezTo>
                      <a:pt x="945" y="564"/>
                      <a:pt x="920" y="829"/>
                      <a:pt x="832" y="866"/>
                    </a:cubicBezTo>
                    <a:cubicBezTo>
                      <a:pt x="781" y="892"/>
                      <a:pt x="744" y="929"/>
                      <a:pt x="731" y="980"/>
                    </a:cubicBezTo>
                    <a:lnTo>
                      <a:pt x="605" y="1963"/>
                    </a:lnTo>
                    <a:lnTo>
                      <a:pt x="1159" y="1963"/>
                    </a:lnTo>
                    <a:lnTo>
                      <a:pt x="1222" y="1547"/>
                    </a:lnTo>
                    <a:lnTo>
                      <a:pt x="1260" y="1963"/>
                    </a:lnTo>
                    <a:lnTo>
                      <a:pt x="1600" y="1938"/>
                    </a:lnTo>
                    <a:cubicBezTo>
                      <a:pt x="1600" y="1938"/>
                      <a:pt x="1651" y="514"/>
                      <a:pt x="1311" y="224"/>
                    </a:cubicBezTo>
                    <a:cubicBezTo>
                      <a:pt x="1153" y="84"/>
                      <a:pt x="895" y="0"/>
                      <a:pt x="6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48"/>
              <p:cNvSpPr/>
              <p:nvPr/>
            </p:nvSpPr>
            <p:spPr>
              <a:xfrm>
                <a:off x="3594975" y="1337825"/>
                <a:ext cx="7275" cy="517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207" extrusionOk="0">
                    <a:moveTo>
                      <a:pt x="291" y="0"/>
                    </a:moveTo>
                    <a:lnTo>
                      <a:pt x="291" y="0"/>
                    </a:lnTo>
                    <a:cubicBezTo>
                      <a:pt x="266" y="50"/>
                      <a:pt x="228" y="101"/>
                      <a:pt x="190" y="139"/>
                    </a:cubicBezTo>
                    <a:cubicBezTo>
                      <a:pt x="143" y="167"/>
                      <a:pt x="95" y="181"/>
                      <a:pt x="48" y="181"/>
                    </a:cubicBezTo>
                    <a:cubicBezTo>
                      <a:pt x="32" y="181"/>
                      <a:pt x="17" y="180"/>
                      <a:pt x="1" y="176"/>
                    </a:cubicBezTo>
                    <a:lnTo>
                      <a:pt x="1" y="176"/>
                    </a:lnTo>
                    <a:cubicBezTo>
                      <a:pt x="29" y="197"/>
                      <a:pt x="64" y="207"/>
                      <a:pt x="101" y="207"/>
                    </a:cubicBezTo>
                    <a:cubicBezTo>
                      <a:pt x="131" y="207"/>
                      <a:pt x="162" y="200"/>
                      <a:pt x="190" y="189"/>
                    </a:cubicBezTo>
                    <a:cubicBezTo>
                      <a:pt x="253" y="151"/>
                      <a:pt x="291" y="76"/>
                      <a:pt x="2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48"/>
              <p:cNvSpPr/>
              <p:nvPr/>
            </p:nvSpPr>
            <p:spPr>
              <a:xfrm rot="381146">
                <a:off x="3585139" y="1327757"/>
                <a:ext cx="6850" cy="11709"/>
              </a:xfrm>
              <a:custGeom>
                <a:avLst/>
                <a:gdLst/>
                <a:ahLst/>
                <a:cxnLst/>
                <a:rect l="l" t="t" r="r" b="b"/>
                <a:pathLst>
                  <a:path w="241" h="341" extrusionOk="0">
                    <a:moveTo>
                      <a:pt x="152" y="0"/>
                    </a:moveTo>
                    <a:lnTo>
                      <a:pt x="1" y="340"/>
                    </a:lnTo>
                    <a:lnTo>
                      <a:pt x="240" y="340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48"/>
              <p:cNvSpPr/>
              <p:nvPr/>
            </p:nvSpPr>
            <p:spPr>
              <a:xfrm>
                <a:off x="3574825" y="1368850"/>
                <a:ext cx="56725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3598" extrusionOk="0">
                    <a:moveTo>
                      <a:pt x="1736" y="1"/>
                    </a:moveTo>
                    <a:cubicBezTo>
                      <a:pt x="1549" y="1"/>
                      <a:pt x="1387" y="107"/>
                      <a:pt x="1387" y="107"/>
                    </a:cubicBezTo>
                    <a:cubicBezTo>
                      <a:pt x="971" y="221"/>
                      <a:pt x="341" y="952"/>
                      <a:pt x="341" y="952"/>
                    </a:cubicBezTo>
                    <a:lnTo>
                      <a:pt x="1021" y="1846"/>
                    </a:lnTo>
                    <a:lnTo>
                      <a:pt x="0" y="2640"/>
                    </a:lnTo>
                    <a:lnTo>
                      <a:pt x="1639" y="3598"/>
                    </a:lnTo>
                    <a:cubicBezTo>
                      <a:pt x="1865" y="3421"/>
                      <a:pt x="2004" y="2867"/>
                      <a:pt x="2143" y="2086"/>
                    </a:cubicBezTo>
                    <a:cubicBezTo>
                      <a:pt x="2269" y="1292"/>
                      <a:pt x="2269" y="347"/>
                      <a:pt x="2017" y="107"/>
                    </a:cubicBezTo>
                    <a:cubicBezTo>
                      <a:pt x="1928" y="28"/>
                      <a:pt x="1829" y="1"/>
                      <a:pt x="17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8"/>
              <p:cNvSpPr/>
              <p:nvPr/>
            </p:nvSpPr>
            <p:spPr>
              <a:xfrm>
                <a:off x="3514975" y="1374525"/>
                <a:ext cx="87275" cy="61750"/>
              </a:xfrm>
              <a:custGeom>
                <a:avLst/>
                <a:gdLst/>
                <a:ahLst/>
                <a:cxnLst/>
                <a:rect l="l" t="t" r="r" b="b"/>
                <a:pathLst>
                  <a:path w="3491" h="2470" extrusionOk="0">
                    <a:moveTo>
                      <a:pt x="392" y="0"/>
                    </a:moveTo>
                    <a:cubicBezTo>
                      <a:pt x="356" y="0"/>
                      <a:pt x="322" y="6"/>
                      <a:pt x="290" y="19"/>
                    </a:cubicBezTo>
                    <a:cubicBezTo>
                      <a:pt x="290" y="19"/>
                      <a:pt x="252" y="120"/>
                      <a:pt x="341" y="132"/>
                    </a:cubicBezTo>
                    <a:cubicBezTo>
                      <a:pt x="416" y="132"/>
                      <a:pt x="492" y="170"/>
                      <a:pt x="492" y="208"/>
                    </a:cubicBezTo>
                    <a:cubicBezTo>
                      <a:pt x="492" y="246"/>
                      <a:pt x="416" y="309"/>
                      <a:pt x="416" y="309"/>
                    </a:cubicBezTo>
                    <a:cubicBezTo>
                      <a:pt x="303" y="208"/>
                      <a:pt x="177" y="132"/>
                      <a:pt x="51" y="69"/>
                    </a:cubicBezTo>
                    <a:cubicBezTo>
                      <a:pt x="0" y="69"/>
                      <a:pt x="13" y="195"/>
                      <a:pt x="51" y="233"/>
                    </a:cubicBezTo>
                    <a:cubicBezTo>
                      <a:pt x="76" y="271"/>
                      <a:pt x="1601" y="2375"/>
                      <a:pt x="1714" y="2464"/>
                    </a:cubicBezTo>
                    <a:cubicBezTo>
                      <a:pt x="1719" y="2467"/>
                      <a:pt x="1727" y="2469"/>
                      <a:pt x="1737" y="2469"/>
                    </a:cubicBezTo>
                    <a:cubicBezTo>
                      <a:pt x="1967" y="2469"/>
                      <a:pt x="3491" y="1569"/>
                      <a:pt x="3491" y="1569"/>
                    </a:cubicBezTo>
                    <a:lnTo>
                      <a:pt x="2798" y="813"/>
                    </a:lnTo>
                    <a:lnTo>
                      <a:pt x="1853" y="1430"/>
                    </a:lnTo>
                    <a:lnTo>
                      <a:pt x="643" y="384"/>
                    </a:lnTo>
                    <a:cubicBezTo>
                      <a:pt x="643" y="384"/>
                      <a:pt x="643" y="69"/>
                      <a:pt x="504" y="19"/>
                    </a:cubicBezTo>
                    <a:cubicBezTo>
                      <a:pt x="467" y="6"/>
                      <a:pt x="429" y="0"/>
                      <a:pt x="392" y="0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8"/>
              <p:cNvSpPr/>
              <p:nvPr/>
            </p:nvSpPr>
            <p:spPr>
              <a:xfrm>
                <a:off x="3514025" y="1361450"/>
                <a:ext cx="110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442" h="832" extrusionOk="0">
                    <a:moveTo>
                      <a:pt x="0" y="0"/>
                    </a:moveTo>
                    <a:lnTo>
                      <a:pt x="227" y="668"/>
                    </a:lnTo>
                    <a:lnTo>
                      <a:pt x="442" y="83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48"/>
              <p:cNvSpPr/>
              <p:nvPr/>
            </p:nvSpPr>
            <p:spPr>
              <a:xfrm>
                <a:off x="3491650" y="1434850"/>
                <a:ext cx="122575" cy="139875"/>
              </a:xfrm>
              <a:custGeom>
                <a:avLst/>
                <a:gdLst/>
                <a:ahLst/>
                <a:cxnLst/>
                <a:rect l="l" t="t" r="r" b="b"/>
                <a:pathLst>
                  <a:path w="4903" h="5595" extrusionOk="0">
                    <a:moveTo>
                      <a:pt x="3327" y="0"/>
                    </a:moveTo>
                    <a:cubicBezTo>
                      <a:pt x="3327" y="0"/>
                      <a:pt x="1248" y="151"/>
                      <a:pt x="1122" y="277"/>
                    </a:cubicBezTo>
                    <a:cubicBezTo>
                      <a:pt x="996" y="403"/>
                      <a:pt x="442" y="5217"/>
                      <a:pt x="442" y="5217"/>
                    </a:cubicBezTo>
                    <a:lnTo>
                      <a:pt x="1" y="5141"/>
                    </a:lnTo>
                    <a:lnTo>
                      <a:pt x="681" y="5595"/>
                    </a:lnTo>
                    <a:lnTo>
                      <a:pt x="1992" y="1462"/>
                    </a:lnTo>
                    <a:cubicBezTo>
                      <a:pt x="2483" y="1651"/>
                      <a:pt x="3000" y="1764"/>
                      <a:pt x="3516" y="1777"/>
                    </a:cubicBezTo>
                    <a:cubicBezTo>
                      <a:pt x="3535" y="1778"/>
                      <a:pt x="3553" y="1778"/>
                      <a:pt x="3571" y="1778"/>
                    </a:cubicBezTo>
                    <a:cubicBezTo>
                      <a:pt x="4419" y="1778"/>
                      <a:pt x="4903" y="920"/>
                      <a:pt x="4903" y="920"/>
                    </a:cubicBezTo>
                    <a:lnTo>
                      <a:pt x="332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48"/>
              <p:cNvSpPr/>
              <p:nvPr/>
            </p:nvSpPr>
            <p:spPr>
              <a:xfrm>
                <a:off x="3502375" y="1419400"/>
                <a:ext cx="44425" cy="117850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4714" extrusionOk="0">
                    <a:moveTo>
                      <a:pt x="779" y="1"/>
                    </a:moveTo>
                    <a:cubicBezTo>
                      <a:pt x="776" y="1"/>
                      <a:pt x="772" y="1"/>
                      <a:pt x="769" y="1"/>
                    </a:cubicBezTo>
                    <a:cubicBezTo>
                      <a:pt x="265" y="13"/>
                      <a:pt x="0" y="795"/>
                      <a:pt x="164" y="1311"/>
                    </a:cubicBezTo>
                    <a:cubicBezTo>
                      <a:pt x="340" y="1828"/>
                      <a:pt x="1563" y="4083"/>
                      <a:pt x="1563" y="4083"/>
                    </a:cubicBezTo>
                    <a:lnTo>
                      <a:pt x="1664" y="4713"/>
                    </a:lnTo>
                    <a:lnTo>
                      <a:pt x="1777" y="3995"/>
                    </a:lnTo>
                    <a:lnTo>
                      <a:pt x="1424" y="895"/>
                    </a:lnTo>
                    <a:cubicBezTo>
                      <a:pt x="1424" y="895"/>
                      <a:pt x="1275" y="1"/>
                      <a:pt x="7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62" name="Google Shape;762;p48"/>
          <p:cNvSpPr/>
          <p:nvPr/>
        </p:nvSpPr>
        <p:spPr>
          <a:xfrm>
            <a:off x="1599975" y="4470875"/>
            <a:ext cx="757200" cy="97800"/>
          </a:xfrm>
          <a:prstGeom prst="ellipse">
            <a:avLst/>
          </a:prstGeom>
          <a:solidFill>
            <a:srgbClr val="000000">
              <a:alpha val="39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48"/>
          <p:cNvSpPr/>
          <p:nvPr/>
        </p:nvSpPr>
        <p:spPr>
          <a:xfrm>
            <a:off x="4572000" y="2494684"/>
            <a:ext cx="712381" cy="825206"/>
          </a:xfrm>
          <a:custGeom>
            <a:avLst/>
            <a:gdLst/>
            <a:ahLst/>
            <a:cxnLst/>
            <a:rect l="l" t="t" r="r" b="b"/>
            <a:pathLst>
              <a:path w="16244" h="19359" extrusionOk="0">
                <a:moveTo>
                  <a:pt x="8203" y="1"/>
                </a:moveTo>
                <a:cubicBezTo>
                  <a:pt x="6911" y="1"/>
                  <a:pt x="5464" y="522"/>
                  <a:pt x="3882" y="1566"/>
                </a:cubicBezTo>
                <a:cubicBezTo>
                  <a:pt x="3214" y="1994"/>
                  <a:pt x="2571" y="2524"/>
                  <a:pt x="1941" y="3141"/>
                </a:cubicBezTo>
                <a:cubicBezTo>
                  <a:pt x="1324" y="3746"/>
                  <a:pt x="669" y="4489"/>
                  <a:pt x="1" y="5359"/>
                </a:cubicBezTo>
                <a:lnTo>
                  <a:pt x="2218" y="8736"/>
                </a:lnTo>
                <a:cubicBezTo>
                  <a:pt x="2634" y="7778"/>
                  <a:pt x="3113" y="6972"/>
                  <a:pt x="3630" y="6291"/>
                </a:cubicBezTo>
                <a:cubicBezTo>
                  <a:pt x="4134" y="5611"/>
                  <a:pt x="4688" y="5069"/>
                  <a:pt x="5268" y="4691"/>
                </a:cubicBezTo>
                <a:cubicBezTo>
                  <a:pt x="5804" y="4341"/>
                  <a:pt x="6302" y="4162"/>
                  <a:pt x="6778" y="4162"/>
                </a:cubicBezTo>
                <a:cubicBezTo>
                  <a:pt x="6851" y="4162"/>
                  <a:pt x="6923" y="4166"/>
                  <a:pt x="6994" y="4174"/>
                </a:cubicBezTo>
                <a:cubicBezTo>
                  <a:pt x="7511" y="4237"/>
                  <a:pt x="7939" y="4514"/>
                  <a:pt x="8267" y="5006"/>
                </a:cubicBezTo>
                <a:cubicBezTo>
                  <a:pt x="8494" y="5346"/>
                  <a:pt x="8607" y="5737"/>
                  <a:pt x="8632" y="6190"/>
                </a:cubicBezTo>
                <a:cubicBezTo>
                  <a:pt x="8658" y="6644"/>
                  <a:pt x="8595" y="7186"/>
                  <a:pt x="8431" y="7828"/>
                </a:cubicBezTo>
                <a:lnTo>
                  <a:pt x="8153" y="8900"/>
                </a:lnTo>
                <a:cubicBezTo>
                  <a:pt x="7851" y="10097"/>
                  <a:pt x="7738" y="11004"/>
                  <a:pt x="7801" y="11621"/>
                </a:cubicBezTo>
                <a:cubicBezTo>
                  <a:pt x="7851" y="12226"/>
                  <a:pt x="8078" y="12831"/>
                  <a:pt x="8468" y="13411"/>
                </a:cubicBezTo>
                <a:lnTo>
                  <a:pt x="8809" y="13940"/>
                </a:lnTo>
                <a:lnTo>
                  <a:pt x="12690" y="11394"/>
                </a:lnTo>
                <a:lnTo>
                  <a:pt x="12375" y="10916"/>
                </a:lnTo>
                <a:cubicBezTo>
                  <a:pt x="12161" y="10588"/>
                  <a:pt x="12047" y="10248"/>
                  <a:pt x="12022" y="9882"/>
                </a:cubicBezTo>
                <a:cubicBezTo>
                  <a:pt x="11997" y="9517"/>
                  <a:pt x="12072" y="8950"/>
                  <a:pt x="12274" y="8181"/>
                </a:cubicBezTo>
                <a:lnTo>
                  <a:pt x="12564" y="7123"/>
                </a:lnTo>
                <a:cubicBezTo>
                  <a:pt x="12816" y="6039"/>
                  <a:pt x="12904" y="5132"/>
                  <a:pt x="12816" y="4401"/>
                </a:cubicBezTo>
                <a:cubicBezTo>
                  <a:pt x="12728" y="3658"/>
                  <a:pt x="12463" y="2939"/>
                  <a:pt x="11997" y="2234"/>
                </a:cubicBezTo>
                <a:cubicBezTo>
                  <a:pt x="11102" y="860"/>
                  <a:pt x="9955" y="129"/>
                  <a:pt x="8582" y="16"/>
                </a:cubicBezTo>
                <a:cubicBezTo>
                  <a:pt x="8457" y="6"/>
                  <a:pt x="8331" y="1"/>
                  <a:pt x="8203" y="1"/>
                </a:cubicBezTo>
                <a:close/>
                <a:moveTo>
                  <a:pt x="13736" y="12982"/>
                </a:moveTo>
                <a:lnTo>
                  <a:pt x="9855" y="15528"/>
                </a:lnTo>
                <a:lnTo>
                  <a:pt x="12362" y="19358"/>
                </a:lnTo>
                <a:lnTo>
                  <a:pt x="16243" y="16813"/>
                </a:lnTo>
                <a:lnTo>
                  <a:pt x="13736" y="129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80AFC2-A14F-4560-AF4B-F7606844B9E3}"/>
              </a:ext>
            </a:extLst>
          </p:cNvPr>
          <p:cNvSpPr txBox="1"/>
          <p:nvPr/>
        </p:nvSpPr>
        <p:spPr>
          <a:xfrm>
            <a:off x="2216043" y="3397658"/>
            <a:ext cx="55236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GB" sz="1400" b="0" i="0" u="none" strike="noStrike" dirty="0">
                <a:solidFill>
                  <a:srgbClr val="0070C0"/>
                </a:solidFill>
                <a:effectLst/>
                <a:latin typeface="Fredoka One" panose="020B0604020202020204" charset="0"/>
              </a:rPr>
              <a:t>headingElement.innerHTML;</a:t>
            </a:r>
            <a:endParaRPr lang="en-GB" b="0" dirty="0">
              <a:effectLst/>
              <a:latin typeface="Fredoka One" panose="020B0604020202020204" charset="0"/>
            </a:endParaRPr>
          </a:p>
          <a:p>
            <a:pPr algn="ctr"/>
            <a:br>
              <a:rPr lang="en-GB" b="0" dirty="0">
                <a:effectLst/>
                <a:latin typeface="Fredoka One" panose="020B0604020202020204" charset="0"/>
              </a:rPr>
            </a:br>
            <a:r>
              <a:rPr lang="en-GB" sz="1400" b="0" i="0" u="none" strike="noStrike" dirty="0">
                <a:solidFill>
                  <a:srgbClr val="742117"/>
                </a:solidFill>
                <a:effectLst/>
                <a:latin typeface="Fredoka One" panose="020B0604020202020204" charset="0"/>
              </a:rPr>
              <a:t>&lt;h1 id=“main-heading”&gt;</a:t>
            </a:r>
            <a:r>
              <a:rPr lang="en-GB" sz="1400" b="0" i="0" u="none" strike="noStrike" dirty="0">
                <a:solidFill>
                  <a:srgbClr val="FF0000"/>
                </a:solidFill>
                <a:effectLst/>
                <a:latin typeface="Fredoka One" panose="020B0604020202020204" charset="0"/>
              </a:rPr>
              <a:t>Hello world!</a:t>
            </a:r>
            <a:r>
              <a:rPr lang="en-GB" sz="1400" b="0" i="0" u="none" strike="noStrike" dirty="0">
                <a:solidFill>
                  <a:srgbClr val="4A3128"/>
                </a:solidFill>
                <a:effectLst/>
                <a:latin typeface="Fredoka One" panose="020B0604020202020204" charset="0"/>
              </a:rPr>
              <a:t>&lt;/</a:t>
            </a:r>
            <a:r>
              <a:rPr lang="en-GB" sz="1400" b="0" i="0" u="none" strike="noStrike" dirty="0">
                <a:solidFill>
                  <a:srgbClr val="742117"/>
                </a:solidFill>
                <a:effectLst/>
                <a:latin typeface="Fredoka One" panose="020B0604020202020204" charset="0"/>
              </a:rPr>
              <a:t>h1&gt;</a:t>
            </a:r>
            <a:endParaRPr lang="en-IN" dirty="0">
              <a:latin typeface="Fredoka One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0"/>
          <p:cNvSpPr txBox="1">
            <a:spLocks noGrp="1"/>
          </p:cNvSpPr>
          <p:nvPr>
            <p:ph type="title"/>
          </p:nvPr>
        </p:nvSpPr>
        <p:spPr>
          <a:xfrm>
            <a:off x="724200" y="367700"/>
            <a:ext cx="7695600" cy="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concepts</a:t>
            </a:r>
            <a:endParaRPr/>
          </a:p>
        </p:txBody>
      </p:sp>
      <p:sp>
        <p:nvSpPr>
          <p:cNvPr id="812" name="Google Shape;812;p50"/>
          <p:cNvSpPr/>
          <p:nvPr/>
        </p:nvSpPr>
        <p:spPr>
          <a:xfrm>
            <a:off x="7474267" y="494468"/>
            <a:ext cx="735900" cy="73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3" name="Google Shape;813;p50"/>
          <p:cNvCxnSpPr>
            <a:cxnSpLocks/>
          </p:cNvCxnSpPr>
          <p:nvPr/>
        </p:nvCxnSpPr>
        <p:spPr>
          <a:xfrm rot="10800000">
            <a:off x="454762" y="2052361"/>
            <a:ext cx="2639100" cy="751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15" name="Google Shape;815;p50"/>
          <p:cNvCxnSpPr>
            <a:stCxn id="812" idx="4"/>
          </p:cNvCxnSpPr>
          <p:nvPr/>
        </p:nvCxnSpPr>
        <p:spPr>
          <a:xfrm rot="-5400000" flipH="1">
            <a:off x="7575067" y="1497518"/>
            <a:ext cx="534900" cy="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16" name="Google Shape;816;p50"/>
          <p:cNvCxnSpPr>
            <a:cxnSpLocks/>
          </p:cNvCxnSpPr>
          <p:nvPr/>
        </p:nvCxnSpPr>
        <p:spPr>
          <a:xfrm rot="10800000" flipH="1">
            <a:off x="6259449" y="1894007"/>
            <a:ext cx="2641500" cy="751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818" name="Google Shape;818;p50"/>
          <p:cNvGrpSpPr/>
          <p:nvPr/>
        </p:nvGrpSpPr>
        <p:grpSpPr>
          <a:xfrm>
            <a:off x="3253692" y="1495343"/>
            <a:ext cx="2637900" cy="3280457"/>
            <a:chOff x="3806696" y="1370673"/>
            <a:chExt cx="1519408" cy="2234035"/>
          </a:xfrm>
        </p:grpSpPr>
        <p:sp>
          <p:nvSpPr>
            <p:cNvPr id="819" name="Google Shape;819;p50"/>
            <p:cNvSpPr/>
            <p:nvPr/>
          </p:nvSpPr>
          <p:spPr>
            <a:xfrm>
              <a:off x="3841455" y="3459505"/>
              <a:ext cx="1425051" cy="145203"/>
            </a:xfrm>
            <a:custGeom>
              <a:avLst/>
              <a:gdLst/>
              <a:ahLst/>
              <a:cxnLst/>
              <a:rect l="l" t="t" r="r" b="b"/>
              <a:pathLst>
                <a:path w="13119" h="1689" extrusionOk="0">
                  <a:moveTo>
                    <a:pt x="6566" y="0"/>
                  </a:moveTo>
                  <a:cubicBezTo>
                    <a:pt x="2937" y="0"/>
                    <a:pt x="1" y="378"/>
                    <a:pt x="1" y="844"/>
                  </a:cubicBezTo>
                  <a:cubicBezTo>
                    <a:pt x="1" y="1311"/>
                    <a:pt x="2937" y="1689"/>
                    <a:pt x="6566" y="1689"/>
                  </a:cubicBezTo>
                  <a:cubicBezTo>
                    <a:pt x="10182" y="1689"/>
                    <a:pt x="13118" y="1311"/>
                    <a:pt x="13118" y="844"/>
                  </a:cubicBezTo>
                  <a:cubicBezTo>
                    <a:pt x="13118" y="378"/>
                    <a:pt x="10182" y="0"/>
                    <a:pt x="6566" y="0"/>
                  </a:cubicBezTo>
                  <a:close/>
                </a:path>
              </a:pathLst>
            </a:custGeom>
            <a:solidFill>
              <a:srgbClr val="000000">
                <a:alpha val="3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0" name="Google Shape;820;p50"/>
            <p:cNvGrpSpPr/>
            <p:nvPr/>
          </p:nvGrpSpPr>
          <p:grpSpPr>
            <a:xfrm>
              <a:off x="3806696" y="1737767"/>
              <a:ext cx="1519408" cy="1614353"/>
              <a:chOff x="3124650" y="1335150"/>
              <a:chExt cx="230325" cy="244725"/>
            </a:xfrm>
          </p:grpSpPr>
          <p:sp>
            <p:nvSpPr>
              <p:cNvPr id="821" name="Google Shape;821;p50"/>
              <p:cNvSpPr/>
              <p:nvPr/>
            </p:nvSpPr>
            <p:spPr>
              <a:xfrm>
                <a:off x="3213500" y="1346850"/>
                <a:ext cx="52950" cy="68475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2739" extrusionOk="0">
                    <a:moveTo>
                      <a:pt x="1174" y="0"/>
                    </a:moveTo>
                    <a:cubicBezTo>
                      <a:pt x="1148" y="0"/>
                      <a:pt x="1123" y="2"/>
                      <a:pt x="1097" y="5"/>
                    </a:cubicBezTo>
                    <a:cubicBezTo>
                      <a:pt x="466" y="55"/>
                      <a:pt x="315" y="370"/>
                      <a:pt x="403" y="735"/>
                    </a:cubicBezTo>
                    <a:cubicBezTo>
                      <a:pt x="403" y="735"/>
                      <a:pt x="309" y="616"/>
                      <a:pt x="206" y="616"/>
                    </a:cubicBezTo>
                    <a:cubicBezTo>
                      <a:pt x="184" y="616"/>
                      <a:pt x="161" y="621"/>
                      <a:pt x="139" y="635"/>
                    </a:cubicBezTo>
                    <a:cubicBezTo>
                      <a:pt x="0" y="710"/>
                      <a:pt x="139" y="1101"/>
                      <a:pt x="265" y="1101"/>
                    </a:cubicBezTo>
                    <a:cubicBezTo>
                      <a:pt x="391" y="1101"/>
                      <a:pt x="403" y="1050"/>
                      <a:pt x="403" y="1050"/>
                    </a:cubicBezTo>
                    <a:cubicBezTo>
                      <a:pt x="403" y="1050"/>
                      <a:pt x="542" y="1491"/>
                      <a:pt x="857" y="1542"/>
                    </a:cubicBezTo>
                    <a:lnTo>
                      <a:pt x="580" y="2739"/>
                    </a:lnTo>
                    <a:lnTo>
                      <a:pt x="1727" y="2739"/>
                    </a:lnTo>
                    <a:lnTo>
                      <a:pt x="1500" y="1504"/>
                    </a:lnTo>
                    <a:cubicBezTo>
                      <a:pt x="1777" y="1391"/>
                      <a:pt x="1966" y="1113"/>
                      <a:pt x="1966" y="811"/>
                    </a:cubicBezTo>
                    <a:cubicBezTo>
                      <a:pt x="2067" y="748"/>
                      <a:pt x="2117" y="635"/>
                      <a:pt x="2105" y="521"/>
                    </a:cubicBezTo>
                    <a:cubicBezTo>
                      <a:pt x="2100" y="439"/>
                      <a:pt x="2067" y="410"/>
                      <a:pt x="2028" y="410"/>
                    </a:cubicBezTo>
                    <a:cubicBezTo>
                      <a:pt x="1965" y="410"/>
                      <a:pt x="1886" y="482"/>
                      <a:pt x="1878" y="521"/>
                    </a:cubicBezTo>
                    <a:cubicBezTo>
                      <a:pt x="1773" y="207"/>
                      <a:pt x="1486" y="0"/>
                      <a:pt x="1174" y="0"/>
                    </a:cubicBezTo>
                    <a:close/>
                  </a:path>
                </a:pathLst>
              </a:cu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50"/>
              <p:cNvSpPr/>
              <p:nvPr/>
            </p:nvSpPr>
            <p:spPr>
              <a:xfrm>
                <a:off x="3220425" y="1335150"/>
                <a:ext cx="45250" cy="30100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204" extrusionOk="0">
                    <a:moveTo>
                      <a:pt x="1207" y="1"/>
                    </a:moveTo>
                    <a:cubicBezTo>
                      <a:pt x="962" y="1"/>
                      <a:pt x="610" y="90"/>
                      <a:pt x="391" y="258"/>
                    </a:cubicBezTo>
                    <a:cubicBezTo>
                      <a:pt x="101" y="485"/>
                      <a:pt x="0" y="863"/>
                      <a:pt x="126" y="1203"/>
                    </a:cubicBezTo>
                    <a:cubicBezTo>
                      <a:pt x="126" y="1203"/>
                      <a:pt x="479" y="1052"/>
                      <a:pt x="568" y="813"/>
                    </a:cubicBezTo>
                    <a:cubicBezTo>
                      <a:pt x="656" y="573"/>
                      <a:pt x="794" y="498"/>
                      <a:pt x="920" y="498"/>
                    </a:cubicBezTo>
                    <a:cubicBezTo>
                      <a:pt x="1046" y="498"/>
                      <a:pt x="1399" y="825"/>
                      <a:pt x="1500" y="838"/>
                    </a:cubicBezTo>
                    <a:cubicBezTo>
                      <a:pt x="1503" y="838"/>
                      <a:pt x="1505" y="838"/>
                      <a:pt x="1508" y="838"/>
                    </a:cubicBezTo>
                    <a:cubicBezTo>
                      <a:pt x="1611" y="838"/>
                      <a:pt x="1810" y="608"/>
                      <a:pt x="1613" y="473"/>
                    </a:cubicBezTo>
                    <a:cubicBezTo>
                      <a:pt x="1491" y="383"/>
                      <a:pt x="1258" y="367"/>
                      <a:pt x="1109" y="367"/>
                    </a:cubicBezTo>
                    <a:cubicBezTo>
                      <a:pt x="1027" y="367"/>
                      <a:pt x="971" y="372"/>
                      <a:pt x="971" y="372"/>
                    </a:cubicBezTo>
                    <a:cubicBezTo>
                      <a:pt x="971" y="372"/>
                      <a:pt x="1588" y="208"/>
                      <a:pt x="1462" y="69"/>
                    </a:cubicBezTo>
                    <a:cubicBezTo>
                      <a:pt x="1424" y="23"/>
                      <a:pt x="1329" y="1"/>
                      <a:pt x="1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50"/>
              <p:cNvSpPr/>
              <p:nvPr/>
            </p:nvSpPr>
            <p:spPr>
              <a:xfrm>
                <a:off x="3240575" y="1359550"/>
                <a:ext cx="5075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385" extrusionOk="0">
                    <a:moveTo>
                      <a:pt x="39" y="1"/>
                    </a:moveTo>
                    <a:cubicBezTo>
                      <a:pt x="39" y="1"/>
                      <a:pt x="1" y="379"/>
                      <a:pt x="14" y="379"/>
                    </a:cubicBezTo>
                    <a:cubicBezTo>
                      <a:pt x="14" y="379"/>
                      <a:pt x="86" y="384"/>
                      <a:pt x="139" y="384"/>
                    </a:cubicBezTo>
                    <a:cubicBezTo>
                      <a:pt x="165" y="384"/>
                      <a:pt x="186" y="383"/>
                      <a:pt x="190" y="379"/>
                    </a:cubicBezTo>
                    <a:cubicBezTo>
                      <a:pt x="203" y="379"/>
                      <a:pt x="39" y="1"/>
                      <a:pt x="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50"/>
              <p:cNvSpPr/>
              <p:nvPr/>
            </p:nvSpPr>
            <p:spPr>
              <a:xfrm>
                <a:off x="3233650" y="1384425"/>
                <a:ext cx="18625" cy="6975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79" extrusionOk="0">
                    <a:moveTo>
                      <a:pt x="694" y="1"/>
                    </a:moveTo>
                    <a:cubicBezTo>
                      <a:pt x="593" y="59"/>
                      <a:pt x="398" y="71"/>
                      <a:pt x="248" y="71"/>
                    </a:cubicBezTo>
                    <a:cubicBezTo>
                      <a:pt x="137" y="71"/>
                      <a:pt x="51" y="64"/>
                      <a:pt x="51" y="64"/>
                    </a:cubicBezTo>
                    <a:lnTo>
                      <a:pt x="1" y="253"/>
                    </a:lnTo>
                    <a:lnTo>
                      <a:pt x="744" y="278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595959">
                  <a:alpha val="33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50"/>
              <p:cNvSpPr/>
              <p:nvPr/>
            </p:nvSpPr>
            <p:spPr>
              <a:xfrm>
                <a:off x="3236175" y="1368375"/>
                <a:ext cx="1452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253" extrusionOk="0">
                    <a:moveTo>
                      <a:pt x="580" y="0"/>
                    </a:moveTo>
                    <a:lnTo>
                      <a:pt x="580" y="0"/>
                    </a:lnTo>
                    <a:cubicBezTo>
                      <a:pt x="505" y="76"/>
                      <a:pt x="404" y="139"/>
                      <a:pt x="303" y="177"/>
                    </a:cubicBezTo>
                    <a:cubicBezTo>
                      <a:pt x="283" y="179"/>
                      <a:pt x="264" y="180"/>
                      <a:pt x="246" y="180"/>
                    </a:cubicBezTo>
                    <a:cubicBezTo>
                      <a:pt x="155" y="180"/>
                      <a:pt x="74" y="156"/>
                      <a:pt x="1" y="114"/>
                    </a:cubicBezTo>
                    <a:lnTo>
                      <a:pt x="1" y="114"/>
                    </a:lnTo>
                    <a:cubicBezTo>
                      <a:pt x="1" y="164"/>
                      <a:pt x="101" y="252"/>
                      <a:pt x="303" y="252"/>
                    </a:cubicBezTo>
                    <a:cubicBezTo>
                      <a:pt x="517" y="240"/>
                      <a:pt x="580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50"/>
              <p:cNvSpPr/>
              <p:nvPr/>
            </p:nvSpPr>
            <p:spPr>
              <a:xfrm>
                <a:off x="3165925" y="1414050"/>
                <a:ext cx="163525" cy="112175"/>
              </a:xfrm>
              <a:custGeom>
                <a:avLst/>
                <a:gdLst/>
                <a:ahLst/>
                <a:cxnLst/>
                <a:rect l="l" t="t" r="r" b="b"/>
                <a:pathLst>
                  <a:path w="6541" h="4487" extrusionOk="0">
                    <a:moveTo>
                      <a:pt x="3730" y="0"/>
                    </a:moveTo>
                    <a:cubicBezTo>
                      <a:pt x="3730" y="0"/>
                      <a:pt x="2369" y="13"/>
                      <a:pt x="2332" y="63"/>
                    </a:cubicBezTo>
                    <a:lnTo>
                      <a:pt x="2269" y="542"/>
                    </a:lnTo>
                    <a:cubicBezTo>
                      <a:pt x="2269" y="542"/>
                      <a:pt x="983" y="769"/>
                      <a:pt x="807" y="857"/>
                    </a:cubicBezTo>
                    <a:cubicBezTo>
                      <a:pt x="631" y="958"/>
                      <a:pt x="1" y="3680"/>
                      <a:pt x="64" y="3957"/>
                    </a:cubicBezTo>
                    <a:cubicBezTo>
                      <a:pt x="127" y="4234"/>
                      <a:pt x="1412" y="4486"/>
                      <a:pt x="1412" y="4486"/>
                    </a:cubicBezTo>
                    <a:lnTo>
                      <a:pt x="4852" y="4436"/>
                    </a:lnTo>
                    <a:cubicBezTo>
                      <a:pt x="4852" y="4436"/>
                      <a:pt x="6490" y="3932"/>
                      <a:pt x="6515" y="3579"/>
                    </a:cubicBezTo>
                    <a:cubicBezTo>
                      <a:pt x="6540" y="3239"/>
                      <a:pt x="5305" y="530"/>
                      <a:pt x="5142" y="479"/>
                    </a:cubicBezTo>
                    <a:cubicBezTo>
                      <a:pt x="5120" y="473"/>
                      <a:pt x="5084" y="470"/>
                      <a:pt x="5037" y="470"/>
                    </a:cubicBezTo>
                    <a:cubicBezTo>
                      <a:pt x="4736" y="470"/>
                      <a:pt x="4008" y="593"/>
                      <a:pt x="4008" y="593"/>
                    </a:cubicBezTo>
                    <a:lnTo>
                      <a:pt x="37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50"/>
              <p:cNvSpPr/>
              <p:nvPr/>
            </p:nvSpPr>
            <p:spPr>
              <a:xfrm>
                <a:off x="3190175" y="1478325"/>
                <a:ext cx="108725" cy="51050"/>
              </a:xfrm>
              <a:custGeom>
                <a:avLst/>
                <a:gdLst/>
                <a:ahLst/>
                <a:cxnLst/>
                <a:rect l="l" t="t" r="r" b="b"/>
                <a:pathLst>
                  <a:path w="4349" h="2042" extrusionOk="0">
                    <a:moveTo>
                      <a:pt x="4209" y="0"/>
                    </a:moveTo>
                    <a:lnTo>
                      <a:pt x="64" y="50"/>
                    </a:lnTo>
                    <a:lnTo>
                      <a:pt x="1" y="176"/>
                    </a:lnTo>
                    <a:lnTo>
                      <a:pt x="442" y="1915"/>
                    </a:lnTo>
                    <a:lnTo>
                      <a:pt x="568" y="2041"/>
                    </a:lnTo>
                    <a:lnTo>
                      <a:pt x="4033" y="1815"/>
                    </a:lnTo>
                    <a:lnTo>
                      <a:pt x="4348" y="139"/>
                    </a:lnTo>
                    <a:lnTo>
                      <a:pt x="420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50"/>
              <p:cNvSpPr/>
              <p:nvPr/>
            </p:nvSpPr>
            <p:spPr>
              <a:xfrm>
                <a:off x="3222625" y="1414025"/>
                <a:ext cx="43500" cy="23700"/>
              </a:xfrm>
              <a:custGeom>
                <a:avLst/>
                <a:gdLst/>
                <a:ahLst/>
                <a:cxnLst/>
                <a:rect l="l" t="t" r="r" b="b"/>
                <a:pathLst>
                  <a:path w="1740" h="948" extrusionOk="0">
                    <a:moveTo>
                      <a:pt x="1277" y="1"/>
                    </a:moveTo>
                    <a:cubicBezTo>
                      <a:pt x="940" y="1"/>
                      <a:pt x="243" y="8"/>
                      <a:pt x="64" y="64"/>
                    </a:cubicBezTo>
                    <a:lnTo>
                      <a:pt x="1" y="543"/>
                    </a:lnTo>
                    <a:cubicBezTo>
                      <a:pt x="1" y="543"/>
                      <a:pt x="114" y="909"/>
                      <a:pt x="732" y="947"/>
                    </a:cubicBezTo>
                    <a:cubicBezTo>
                      <a:pt x="748" y="947"/>
                      <a:pt x="765" y="947"/>
                      <a:pt x="782" y="947"/>
                    </a:cubicBezTo>
                    <a:cubicBezTo>
                      <a:pt x="1130" y="947"/>
                      <a:pt x="1475" y="822"/>
                      <a:pt x="1740" y="594"/>
                    </a:cubicBezTo>
                    <a:lnTo>
                      <a:pt x="1462" y="1"/>
                    </a:lnTo>
                    <a:cubicBezTo>
                      <a:pt x="1462" y="1"/>
                      <a:pt x="1390" y="1"/>
                      <a:pt x="12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50"/>
              <p:cNvSpPr/>
              <p:nvPr/>
            </p:nvSpPr>
            <p:spPr>
              <a:xfrm>
                <a:off x="3124650" y="1519575"/>
                <a:ext cx="142725" cy="60300"/>
              </a:xfrm>
              <a:custGeom>
                <a:avLst/>
                <a:gdLst/>
                <a:ahLst/>
                <a:cxnLst/>
                <a:rect l="l" t="t" r="r" b="b"/>
                <a:pathLst>
                  <a:path w="5709" h="2412" extrusionOk="0">
                    <a:moveTo>
                      <a:pt x="2256" y="1"/>
                    </a:moveTo>
                    <a:lnTo>
                      <a:pt x="2282" y="64"/>
                    </a:lnTo>
                    <a:cubicBezTo>
                      <a:pt x="2282" y="64"/>
                      <a:pt x="1" y="1047"/>
                      <a:pt x="76" y="1903"/>
                    </a:cubicBezTo>
                    <a:cubicBezTo>
                      <a:pt x="113" y="2297"/>
                      <a:pt x="1152" y="2411"/>
                      <a:pt x="2316" y="2411"/>
                    </a:cubicBezTo>
                    <a:cubicBezTo>
                      <a:pt x="3575" y="2411"/>
                      <a:pt x="4980" y="2277"/>
                      <a:pt x="5419" y="2219"/>
                    </a:cubicBezTo>
                    <a:lnTo>
                      <a:pt x="5709" y="1677"/>
                    </a:lnTo>
                    <a:cubicBezTo>
                      <a:pt x="5142" y="1450"/>
                      <a:pt x="4575" y="1185"/>
                      <a:pt x="4020" y="895"/>
                    </a:cubicBezTo>
                    <a:lnTo>
                      <a:pt x="4222" y="328"/>
                    </a:lnTo>
                    <a:lnTo>
                      <a:pt x="3189" y="391"/>
                    </a:lnTo>
                    <a:lnTo>
                      <a:pt x="3050" y="202"/>
                    </a:lnTo>
                    <a:lnTo>
                      <a:pt x="225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50"/>
              <p:cNvSpPr/>
              <p:nvPr/>
            </p:nvSpPr>
            <p:spPr>
              <a:xfrm>
                <a:off x="3260125" y="1561800"/>
                <a:ext cx="36550" cy="14500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580" extrusionOk="0">
                    <a:moveTo>
                      <a:pt x="290" y="0"/>
                    </a:moveTo>
                    <a:lnTo>
                      <a:pt x="0" y="530"/>
                    </a:lnTo>
                    <a:lnTo>
                      <a:pt x="0" y="530"/>
                    </a:lnTo>
                    <a:lnTo>
                      <a:pt x="88" y="517"/>
                    </a:lnTo>
                    <a:cubicBezTo>
                      <a:pt x="208" y="497"/>
                      <a:pt x="343" y="489"/>
                      <a:pt x="482" y="489"/>
                    </a:cubicBezTo>
                    <a:cubicBezTo>
                      <a:pt x="956" y="489"/>
                      <a:pt x="1462" y="580"/>
                      <a:pt x="1462" y="580"/>
                    </a:cubicBezTo>
                    <a:cubicBezTo>
                      <a:pt x="1462" y="580"/>
                      <a:pt x="781" y="76"/>
                      <a:pt x="466" y="38"/>
                    </a:cubicBezTo>
                    <a:cubicBezTo>
                      <a:pt x="403" y="38"/>
                      <a:pt x="353" y="13"/>
                      <a:pt x="2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50"/>
              <p:cNvSpPr/>
              <p:nvPr/>
            </p:nvSpPr>
            <p:spPr>
              <a:xfrm>
                <a:off x="3225475" y="1515475"/>
                <a:ext cx="129500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5180" h="2144" extrusionOk="0">
                    <a:moveTo>
                      <a:pt x="2684" y="1"/>
                    </a:moveTo>
                    <a:lnTo>
                      <a:pt x="2482" y="379"/>
                    </a:lnTo>
                    <a:lnTo>
                      <a:pt x="202" y="492"/>
                    </a:lnTo>
                    <a:lnTo>
                      <a:pt x="0" y="1059"/>
                    </a:lnTo>
                    <a:lnTo>
                      <a:pt x="1474" y="1778"/>
                    </a:lnTo>
                    <a:lnTo>
                      <a:pt x="2419" y="2143"/>
                    </a:lnTo>
                    <a:cubicBezTo>
                      <a:pt x="2419" y="2143"/>
                      <a:pt x="4536" y="1891"/>
                      <a:pt x="4851" y="1639"/>
                    </a:cubicBezTo>
                    <a:cubicBezTo>
                      <a:pt x="5179" y="1374"/>
                      <a:pt x="5066" y="1110"/>
                      <a:pt x="4713" y="732"/>
                    </a:cubicBezTo>
                    <a:cubicBezTo>
                      <a:pt x="4360" y="341"/>
                      <a:pt x="2684" y="1"/>
                      <a:pt x="26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50"/>
              <p:cNvSpPr/>
              <p:nvPr/>
            </p:nvSpPr>
            <p:spPr>
              <a:xfrm>
                <a:off x="3237425" y="1499425"/>
                <a:ext cx="170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682" h="467" extrusionOk="0">
                    <a:moveTo>
                      <a:pt x="341" y="0"/>
                    </a:moveTo>
                    <a:cubicBezTo>
                      <a:pt x="165" y="0"/>
                      <a:pt x="1" y="101"/>
                      <a:pt x="1" y="227"/>
                    </a:cubicBezTo>
                    <a:cubicBezTo>
                      <a:pt x="1" y="366"/>
                      <a:pt x="165" y="467"/>
                      <a:pt x="341" y="467"/>
                    </a:cubicBezTo>
                    <a:cubicBezTo>
                      <a:pt x="530" y="467"/>
                      <a:pt x="681" y="366"/>
                      <a:pt x="681" y="227"/>
                    </a:cubicBezTo>
                    <a:cubicBezTo>
                      <a:pt x="681" y="101"/>
                      <a:pt x="530" y="0"/>
                      <a:pt x="3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3" name="Google Shape;833;p50"/>
            <p:cNvGrpSpPr/>
            <p:nvPr/>
          </p:nvGrpSpPr>
          <p:grpSpPr>
            <a:xfrm rot="-382871">
              <a:off x="3976339" y="1388589"/>
              <a:ext cx="345817" cy="420111"/>
              <a:chOff x="3979425" y="4285525"/>
              <a:chExt cx="1178988" cy="1432275"/>
            </a:xfrm>
          </p:grpSpPr>
          <p:sp>
            <p:nvSpPr>
              <p:cNvPr id="834" name="Google Shape;834;p50"/>
              <p:cNvSpPr/>
              <p:nvPr/>
            </p:nvSpPr>
            <p:spPr>
              <a:xfrm>
                <a:off x="3979425" y="4285525"/>
                <a:ext cx="1178988" cy="1432275"/>
              </a:xfrm>
              <a:custGeom>
                <a:avLst/>
                <a:gdLst/>
                <a:ahLst/>
                <a:cxnLst/>
                <a:rect l="l" t="t" r="r" b="b"/>
                <a:pathLst>
                  <a:path w="5986" h="7272" extrusionOk="0">
                    <a:moveTo>
                      <a:pt x="4663" y="5331"/>
                    </a:moveTo>
                    <a:cubicBezTo>
                      <a:pt x="4739" y="5469"/>
                      <a:pt x="4676" y="5583"/>
                      <a:pt x="4562" y="5671"/>
                    </a:cubicBezTo>
                    <a:cubicBezTo>
                      <a:pt x="4713" y="5898"/>
                      <a:pt x="4713" y="5961"/>
                      <a:pt x="4486" y="6162"/>
                    </a:cubicBezTo>
                    <a:cubicBezTo>
                      <a:pt x="4499" y="6188"/>
                      <a:pt x="4524" y="6200"/>
                      <a:pt x="4537" y="6213"/>
                    </a:cubicBezTo>
                    <a:cubicBezTo>
                      <a:pt x="4701" y="6326"/>
                      <a:pt x="4676" y="6553"/>
                      <a:pt x="4512" y="6641"/>
                    </a:cubicBezTo>
                    <a:cubicBezTo>
                      <a:pt x="4348" y="6717"/>
                      <a:pt x="4209" y="6843"/>
                      <a:pt x="4121" y="6994"/>
                    </a:cubicBezTo>
                    <a:cubicBezTo>
                      <a:pt x="4008" y="7183"/>
                      <a:pt x="3806" y="7208"/>
                      <a:pt x="3604" y="7233"/>
                    </a:cubicBezTo>
                    <a:cubicBezTo>
                      <a:pt x="3390" y="7271"/>
                      <a:pt x="3176" y="7221"/>
                      <a:pt x="2987" y="7107"/>
                    </a:cubicBezTo>
                    <a:cubicBezTo>
                      <a:pt x="2874" y="7032"/>
                      <a:pt x="2785" y="6918"/>
                      <a:pt x="2735" y="6792"/>
                    </a:cubicBezTo>
                    <a:lnTo>
                      <a:pt x="2533" y="6742"/>
                    </a:lnTo>
                    <a:cubicBezTo>
                      <a:pt x="2319" y="6679"/>
                      <a:pt x="2269" y="6603"/>
                      <a:pt x="2294" y="6389"/>
                    </a:cubicBezTo>
                    <a:cubicBezTo>
                      <a:pt x="2294" y="6364"/>
                      <a:pt x="2294" y="6326"/>
                      <a:pt x="2307" y="6301"/>
                    </a:cubicBezTo>
                    <a:cubicBezTo>
                      <a:pt x="2193" y="6213"/>
                      <a:pt x="2130" y="6074"/>
                      <a:pt x="2143" y="5923"/>
                    </a:cubicBezTo>
                    <a:cubicBezTo>
                      <a:pt x="2130" y="5885"/>
                      <a:pt x="2118" y="5860"/>
                      <a:pt x="2105" y="5835"/>
                    </a:cubicBezTo>
                    <a:cubicBezTo>
                      <a:pt x="2067" y="5772"/>
                      <a:pt x="2029" y="5709"/>
                      <a:pt x="1979" y="5608"/>
                    </a:cubicBezTo>
                    <a:cubicBezTo>
                      <a:pt x="1916" y="5595"/>
                      <a:pt x="1866" y="5583"/>
                      <a:pt x="1803" y="5570"/>
                    </a:cubicBezTo>
                    <a:cubicBezTo>
                      <a:pt x="1538" y="5545"/>
                      <a:pt x="1286" y="5444"/>
                      <a:pt x="1072" y="5306"/>
                    </a:cubicBezTo>
                    <a:cubicBezTo>
                      <a:pt x="870" y="5180"/>
                      <a:pt x="694" y="5016"/>
                      <a:pt x="568" y="4814"/>
                    </a:cubicBezTo>
                    <a:cubicBezTo>
                      <a:pt x="341" y="4512"/>
                      <a:pt x="190" y="4171"/>
                      <a:pt x="101" y="3819"/>
                    </a:cubicBezTo>
                    <a:cubicBezTo>
                      <a:pt x="1" y="3378"/>
                      <a:pt x="1" y="2924"/>
                      <a:pt x="89" y="2470"/>
                    </a:cubicBezTo>
                    <a:cubicBezTo>
                      <a:pt x="139" y="2281"/>
                      <a:pt x="215" y="2092"/>
                      <a:pt x="290" y="1903"/>
                    </a:cubicBezTo>
                    <a:cubicBezTo>
                      <a:pt x="454" y="1551"/>
                      <a:pt x="668" y="1210"/>
                      <a:pt x="920" y="920"/>
                    </a:cubicBezTo>
                    <a:cubicBezTo>
                      <a:pt x="1072" y="769"/>
                      <a:pt x="1223" y="631"/>
                      <a:pt x="1399" y="517"/>
                    </a:cubicBezTo>
                    <a:cubicBezTo>
                      <a:pt x="1639" y="353"/>
                      <a:pt x="1916" y="227"/>
                      <a:pt x="2206" y="152"/>
                    </a:cubicBezTo>
                    <a:cubicBezTo>
                      <a:pt x="2773" y="1"/>
                      <a:pt x="3378" y="13"/>
                      <a:pt x="3945" y="164"/>
                    </a:cubicBezTo>
                    <a:cubicBezTo>
                      <a:pt x="4272" y="253"/>
                      <a:pt x="4587" y="404"/>
                      <a:pt x="4865" y="593"/>
                    </a:cubicBezTo>
                    <a:cubicBezTo>
                      <a:pt x="5154" y="794"/>
                      <a:pt x="5381" y="1046"/>
                      <a:pt x="5558" y="1349"/>
                    </a:cubicBezTo>
                    <a:cubicBezTo>
                      <a:pt x="5709" y="1614"/>
                      <a:pt x="5810" y="1891"/>
                      <a:pt x="5873" y="2193"/>
                    </a:cubicBezTo>
                    <a:cubicBezTo>
                      <a:pt x="5973" y="2697"/>
                      <a:pt x="5986" y="3214"/>
                      <a:pt x="5885" y="3718"/>
                    </a:cubicBezTo>
                    <a:cubicBezTo>
                      <a:pt x="5759" y="4222"/>
                      <a:pt x="5482" y="4663"/>
                      <a:pt x="5079" y="4991"/>
                    </a:cubicBezTo>
                    <a:cubicBezTo>
                      <a:pt x="4953" y="5104"/>
                      <a:pt x="4814" y="5205"/>
                      <a:pt x="4663" y="5331"/>
                    </a:cubicBezTo>
                    <a:close/>
                    <a:moveTo>
                      <a:pt x="4209" y="5205"/>
                    </a:moveTo>
                    <a:lnTo>
                      <a:pt x="4209" y="5205"/>
                    </a:lnTo>
                    <a:cubicBezTo>
                      <a:pt x="4272" y="5205"/>
                      <a:pt x="4323" y="5205"/>
                      <a:pt x="4386" y="5205"/>
                    </a:cubicBezTo>
                    <a:cubicBezTo>
                      <a:pt x="4537" y="5217"/>
                      <a:pt x="4688" y="5167"/>
                      <a:pt x="4814" y="5054"/>
                    </a:cubicBezTo>
                    <a:cubicBezTo>
                      <a:pt x="4877" y="5016"/>
                      <a:pt x="4928" y="4953"/>
                      <a:pt x="4991" y="4902"/>
                    </a:cubicBezTo>
                    <a:cubicBezTo>
                      <a:pt x="5406" y="4575"/>
                      <a:pt x="5696" y="4096"/>
                      <a:pt x="5772" y="3567"/>
                    </a:cubicBezTo>
                    <a:cubicBezTo>
                      <a:pt x="5810" y="3340"/>
                      <a:pt x="5822" y="3100"/>
                      <a:pt x="5822" y="2861"/>
                    </a:cubicBezTo>
                    <a:cubicBezTo>
                      <a:pt x="5822" y="2659"/>
                      <a:pt x="5772" y="2445"/>
                      <a:pt x="5747" y="2244"/>
                    </a:cubicBezTo>
                    <a:cubicBezTo>
                      <a:pt x="5709" y="1866"/>
                      <a:pt x="5558" y="1513"/>
                      <a:pt x="5318" y="1210"/>
                    </a:cubicBezTo>
                    <a:cubicBezTo>
                      <a:pt x="5104" y="883"/>
                      <a:pt x="4776" y="631"/>
                      <a:pt x="4411" y="479"/>
                    </a:cubicBezTo>
                    <a:cubicBezTo>
                      <a:pt x="4310" y="442"/>
                      <a:pt x="4197" y="404"/>
                      <a:pt x="4096" y="353"/>
                    </a:cubicBezTo>
                    <a:cubicBezTo>
                      <a:pt x="3730" y="215"/>
                      <a:pt x="3340" y="139"/>
                      <a:pt x="2949" y="164"/>
                    </a:cubicBezTo>
                    <a:cubicBezTo>
                      <a:pt x="2811" y="164"/>
                      <a:pt x="2672" y="202"/>
                      <a:pt x="2546" y="202"/>
                    </a:cubicBezTo>
                    <a:cubicBezTo>
                      <a:pt x="2218" y="215"/>
                      <a:pt x="1903" y="316"/>
                      <a:pt x="1639" y="492"/>
                    </a:cubicBezTo>
                    <a:cubicBezTo>
                      <a:pt x="1361" y="643"/>
                      <a:pt x="1109" y="832"/>
                      <a:pt x="908" y="1072"/>
                    </a:cubicBezTo>
                    <a:cubicBezTo>
                      <a:pt x="593" y="1450"/>
                      <a:pt x="366" y="1878"/>
                      <a:pt x="227" y="2344"/>
                    </a:cubicBezTo>
                    <a:cubicBezTo>
                      <a:pt x="114" y="2722"/>
                      <a:pt x="89" y="3113"/>
                      <a:pt x="164" y="3491"/>
                    </a:cubicBezTo>
                    <a:cubicBezTo>
                      <a:pt x="202" y="3768"/>
                      <a:pt x="278" y="4045"/>
                      <a:pt x="391" y="4298"/>
                    </a:cubicBezTo>
                    <a:cubicBezTo>
                      <a:pt x="517" y="4550"/>
                      <a:pt x="694" y="4789"/>
                      <a:pt x="895" y="4991"/>
                    </a:cubicBezTo>
                    <a:cubicBezTo>
                      <a:pt x="1135" y="5217"/>
                      <a:pt x="1450" y="5369"/>
                      <a:pt x="1777" y="5419"/>
                    </a:cubicBezTo>
                    <a:cubicBezTo>
                      <a:pt x="1903" y="5432"/>
                      <a:pt x="2017" y="5432"/>
                      <a:pt x="2143" y="5419"/>
                    </a:cubicBezTo>
                    <a:cubicBezTo>
                      <a:pt x="2307" y="5394"/>
                      <a:pt x="2470" y="5343"/>
                      <a:pt x="2634" y="5331"/>
                    </a:cubicBezTo>
                    <a:cubicBezTo>
                      <a:pt x="3176" y="5293"/>
                      <a:pt x="3693" y="5255"/>
                      <a:pt x="4209" y="5205"/>
                    </a:cubicBezTo>
                    <a:close/>
                    <a:moveTo>
                      <a:pt x="2886" y="5860"/>
                    </a:moveTo>
                    <a:cubicBezTo>
                      <a:pt x="2886" y="5860"/>
                      <a:pt x="2886" y="5860"/>
                      <a:pt x="2886" y="5873"/>
                    </a:cubicBezTo>
                    <a:cubicBezTo>
                      <a:pt x="3100" y="5847"/>
                      <a:pt x="3315" y="5835"/>
                      <a:pt x="3529" y="5822"/>
                    </a:cubicBezTo>
                    <a:cubicBezTo>
                      <a:pt x="3831" y="5797"/>
                      <a:pt x="4121" y="5721"/>
                      <a:pt x="4398" y="5621"/>
                    </a:cubicBezTo>
                    <a:cubicBezTo>
                      <a:pt x="4436" y="5608"/>
                      <a:pt x="4486" y="5583"/>
                      <a:pt x="4512" y="5558"/>
                    </a:cubicBezTo>
                    <a:cubicBezTo>
                      <a:pt x="4625" y="5482"/>
                      <a:pt x="4613" y="5369"/>
                      <a:pt x="4486" y="5343"/>
                    </a:cubicBezTo>
                    <a:cubicBezTo>
                      <a:pt x="4386" y="5318"/>
                      <a:pt x="4297" y="5306"/>
                      <a:pt x="4197" y="5318"/>
                    </a:cubicBezTo>
                    <a:cubicBezTo>
                      <a:pt x="3705" y="5343"/>
                      <a:pt x="3201" y="5381"/>
                      <a:pt x="2697" y="5432"/>
                    </a:cubicBezTo>
                    <a:cubicBezTo>
                      <a:pt x="2571" y="5444"/>
                      <a:pt x="2433" y="5469"/>
                      <a:pt x="2307" y="5495"/>
                    </a:cubicBezTo>
                    <a:cubicBezTo>
                      <a:pt x="2269" y="5507"/>
                      <a:pt x="2231" y="5520"/>
                      <a:pt x="2193" y="5545"/>
                    </a:cubicBezTo>
                    <a:cubicBezTo>
                      <a:pt x="2092" y="5595"/>
                      <a:pt x="2067" y="5696"/>
                      <a:pt x="2168" y="5747"/>
                    </a:cubicBezTo>
                    <a:cubicBezTo>
                      <a:pt x="2256" y="5797"/>
                      <a:pt x="2357" y="5835"/>
                      <a:pt x="2470" y="5847"/>
                    </a:cubicBezTo>
                    <a:cubicBezTo>
                      <a:pt x="2609" y="5860"/>
                      <a:pt x="2748" y="5860"/>
                      <a:pt x="2899" y="5860"/>
                    </a:cubicBezTo>
                    <a:close/>
                    <a:moveTo>
                      <a:pt x="2407" y="6351"/>
                    </a:moveTo>
                    <a:cubicBezTo>
                      <a:pt x="2332" y="6528"/>
                      <a:pt x="2357" y="6591"/>
                      <a:pt x="2533" y="6654"/>
                    </a:cubicBezTo>
                    <a:cubicBezTo>
                      <a:pt x="2622" y="6679"/>
                      <a:pt x="2722" y="6692"/>
                      <a:pt x="2811" y="6704"/>
                    </a:cubicBezTo>
                    <a:cubicBezTo>
                      <a:pt x="3214" y="6755"/>
                      <a:pt x="3617" y="6755"/>
                      <a:pt x="4008" y="6704"/>
                    </a:cubicBezTo>
                    <a:cubicBezTo>
                      <a:pt x="4159" y="6692"/>
                      <a:pt x="4297" y="6654"/>
                      <a:pt x="4436" y="6591"/>
                    </a:cubicBezTo>
                    <a:cubicBezTo>
                      <a:pt x="4512" y="6566"/>
                      <a:pt x="4550" y="6490"/>
                      <a:pt x="4537" y="6402"/>
                    </a:cubicBezTo>
                    <a:cubicBezTo>
                      <a:pt x="4537" y="6326"/>
                      <a:pt x="4474" y="6276"/>
                      <a:pt x="4373" y="6276"/>
                    </a:cubicBezTo>
                    <a:cubicBezTo>
                      <a:pt x="4297" y="6263"/>
                      <a:pt x="4222" y="6263"/>
                      <a:pt x="4134" y="6276"/>
                    </a:cubicBezTo>
                    <a:cubicBezTo>
                      <a:pt x="3844" y="6301"/>
                      <a:pt x="3541" y="6339"/>
                      <a:pt x="3252" y="6351"/>
                    </a:cubicBezTo>
                    <a:cubicBezTo>
                      <a:pt x="2949" y="6377"/>
                      <a:pt x="2710" y="6351"/>
                      <a:pt x="2407" y="6351"/>
                    </a:cubicBezTo>
                    <a:close/>
                    <a:moveTo>
                      <a:pt x="2244" y="5936"/>
                    </a:moveTo>
                    <a:cubicBezTo>
                      <a:pt x="2244" y="6125"/>
                      <a:pt x="2281" y="6200"/>
                      <a:pt x="2445" y="6238"/>
                    </a:cubicBezTo>
                    <a:cubicBezTo>
                      <a:pt x="2508" y="6251"/>
                      <a:pt x="2571" y="6263"/>
                      <a:pt x="2634" y="6263"/>
                    </a:cubicBezTo>
                    <a:cubicBezTo>
                      <a:pt x="2962" y="6301"/>
                      <a:pt x="3302" y="6288"/>
                      <a:pt x="3642" y="6251"/>
                    </a:cubicBezTo>
                    <a:cubicBezTo>
                      <a:pt x="3856" y="6225"/>
                      <a:pt x="4071" y="6188"/>
                      <a:pt x="4285" y="6125"/>
                    </a:cubicBezTo>
                    <a:cubicBezTo>
                      <a:pt x="4360" y="6112"/>
                      <a:pt x="4436" y="6074"/>
                      <a:pt x="4486" y="6024"/>
                    </a:cubicBezTo>
                    <a:cubicBezTo>
                      <a:pt x="4537" y="5973"/>
                      <a:pt x="4600" y="5923"/>
                      <a:pt x="4550" y="5847"/>
                    </a:cubicBezTo>
                    <a:cubicBezTo>
                      <a:pt x="4512" y="5772"/>
                      <a:pt x="4423" y="5734"/>
                      <a:pt x="4335" y="5759"/>
                    </a:cubicBezTo>
                    <a:cubicBezTo>
                      <a:pt x="4260" y="5772"/>
                      <a:pt x="4184" y="5810"/>
                      <a:pt x="4096" y="5822"/>
                    </a:cubicBezTo>
                    <a:cubicBezTo>
                      <a:pt x="3491" y="5961"/>
                      <a:pt x="2861" y="5999"/>
                      <a:pt x="2244" y="5936"/>
                    </a:cubicBezTo>
                    <a:close/>
                    <a:moveTo>
                      <a:pt x="2874" y="6792"/>
                    </a:moveTo>
                    <a:cubicBezTo>
                      <a:pt x="2886" y="6893"/>
                      <a:pt x="2949" y="6981"/>
                      <a:pt x="3037" y="7019"/>
                    </a:cubicBezTo>
                    <a:cubicBezTo>
                      <a:pt x="3302" y="7183"/>
                      <a:pt x="3630" y="7196"/>
                      <a:pt x="3907" y="7070"/>
                    </a:cubicBezTo>
                    <a:cubicBezTo>
                      <a:pt x="4033" y="7032"/>
                      <a:pt x="4121" y="6918"/>
                      <a:pt x="4134" y="679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50"/>
              <p:cNvSpPr/>
              <p:nvPr/>
            </p:nvSpPr>
            <p:spPr>
              <a:xfrm>
                <a:off x="3999318" y="4317826"/>
                <a:ext cx="1129354" cy="1042496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293" extrusionOk="0">
                    <a:moveTo>
                      <a:pt x="4108" y="5041"/>
                    </a:moveTo>
                    <a:cubicBezTo>
                      <a:pt x="3592" y="5091"/>
                      <a:pt x="3075" y="5129"/>
                      <a:pt x="2546" y="5179"/>
                    </a:cubicBezTo>
                    <a:cubicBezTo>
                      <a:pt x="2382" y="5205"/>
                      <a:pt x="2218" y="5255"/>
                      <a:pt x="2054" y="5268"/>
                    </a:cubicBezTo>
                    <a:cubicBezTo>
                      <a:pt x="1928" y="5293"/>
                      <a:pt x="1815" y="5293"/>
                      <a:pt x="1689" y="5268"/>
                    </a:cubicBezTo>
                    <a:cubicBezTo>
                      <a:pt x="1361" y="5217"/>
                      <a:pt x="1046" y="5066"/>
                      <a:pt x="807" y="4852"/>
                    </a:cubicBezTo>
                    <a:cubicBezTo>
                      <a:pt x="605" y="4638"/>
                      <a:pt x="429" y="4411"/>
                      <a:pt x="303" y="4146"/>
                    </a:cubicBezTo>
                    <a:cubicBezTo>
                      <a:pt x="189" y="3894"/>
                      <a:pt x="114" y="3629"/>
                      <a:pt x="76" y="3352"/>
                    </a:cubicBezTo>
                    <a:cubicBezTo>
                      <a:pt x="0" y="2962"/>
                      <a:pt x="26" y="2571"/>
                      <a:pt x="139" y="2206"/>
                    </a:cubicBezTo>
                    <a:cubicBezTo>
                      <a:pt x="278" y="1739"/>
                      <a:pt x="504" y="1298"/>
                      <a:pt x="819" y="933"/>
                    </a:cubicBezTo>
                    <a:cubicBezTo>
                      <a:pt x="1021" y="693"/>
                      <a:pt x="1273" y="492"/>
                      <a:pt x="1550" y="341"/>
                    </a:cubicBezTo>
                    <a:cubicBezTo>
                      <a:pt x="1815" y="164"/>
                      <a:pt x="2130" y="76"/>
                      <a:pt x="2458" y="51"/>
                    </a:cubicBezTo>
                    <a:cubicBezTo>
                      <a:pt x="2584" y="51"/>
                      <a:pt x="2722" y="13"/>
                      <a:pt x="2861" y="13"/>
                    </a:cubicBezTo>
                    <a:cubicBezTo>
                      <a:pt x="3251" y="0"/>
                      <a:pt x="3642" y="63"/>
                      <a:pt x="4007" y="215"/>
                    </a:cubicBezTo>
                    <a:cubicBezTo>
                      <a:pt x="4108" y="265"/>
                      <a:pt x="4222" y="303"/>
                      <a:pt x="4322" y="341"/>
                    </a:cubicBezTo>
                    <a:cubicBezTo>
                      <a:pt x="4688" y="492"/>
                      <a:pt x="5016" y="744"/>
                      <a:pt x="5230" y="1071"/>
                    </a:cubicBezTo>
                    <a:cubicBezTo>
                      <a:pt x="5469" y="1361"/>
                      <a:pt x="5620" y="1727"/>
                      <a:pt x="5658" y="2105"/>
                    </a:cubicBezTo>
                    <a:cubicBezTo>
                      <a:pt x="5671" y="2306"/>
                      <a:pt x="5721" y="2508"/>
                      <a:pt x="5734" y="2722"/>
                    </a:cubicBezTo>
                    <a:cubicBezTo>
                      <a:pt x="5734" y="2949"/>
                      <a:pt x="5721" y="3188"/>
                      <a:pt x="5696" y="3428"/>
                    </a:cubicBezTo>
                    <a:cubicBezTo>
                      <a:pt x="5608" y="3944"/>
                      <a:pt x="5318" y="4423"/>
                      <a:pt x="4902" y="4751"/>
                    </a:cubicBezTo>
                    <a:cubicBezTo>
                      <a:pt x="4839" y="4801"/>
                      <a:pt x="4789" y="4864"/>
                      <a:pt x="4726" y="4915"/>
                    </a:cubicBezTo>
                    <a:cubicBezTo>
                      <a:pt x="4600" y="5016"/>
                      <a:pt x="4449" y="5079"/>
                      <a:pt x="4297" y="5066"/>
                    </a:cubicBezTo>
                    <a:cubicBezTo>
                      <a:pt x="4234" y="5053"/>
                      <a:pt x="4184" y="5053"/>
                      <a:pt x="4121" y="506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50"/>
              <p:cNvSpPr/>
              <p:nvPr/>
            </p:nvSpPr>
            <p:spPr>
              <a:xfrm>
                <a:off x="4602402" y="4327674"/>
                <a:ext cx="526270" cy="985575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5004" extrusionOk="0">
                    <a:moveTo>
                      <a:pt x="2659" y="2660"/>
                    </a:moveTo>
                    <a:cubicBezTo>
                      <a:pt x="2659" y="2458"/>
                      <a:pt x="2609" y="2244"/>
                      <a:pt x="2596" y="2042"/>
                    </a:cubicBezTo>
                    <a:cubicBezTo>
                      <a:pt x="2558" y="1664"/>
                      <a:pt x="2407" y="1311"/>
                      <a:pt x="2168" y="1009"/>
                    </a:cubicBezTo>
                    <a:cubicBezTo>
                      <a:pt x="1941" y="681"/>
                      <a:pt x="1626" y="429"/>
                      <a:pt x="1260" y="278"/>
                    </a:cubicBezTo>
                    <a:cubicBezTo>
                      <a:pt x="1160" y="240"/>
                      <a:pt x="1046" y="202"/>
                      <a:pt x="945" y="152"/>
                    </a:cubicBezTo>
                    <a:cubicBezTo>
                      <a:pt x="756" y="76"/>
                      <a:pt x="567" y="26"/>
                      <a:pt x="366" y="1"/>
                    </a:cubicBezTo>
                    <a:cubicBezTo>
                      <a:pt x="366" y="1"/>
                      <a:pt x="353" y="13"/>
                      <a:pt x="341" y="13"/>
                    </a:cubicBezTo>
                    <a:cubicBezTo>
                      <a:pt x="0" y="89"/>
                      <a:pt x="227" y="480"/>
                      <a:pt x="441" y="580"/>
                    </a:cubicBezTo>
                    <a:cubicBezTo>
                      <a:pt x="744" y="706"/>
                      <a:pt x="1084" y="706"/>
                      <a:pt x="1361" y="908"/>
                    </a:cubicBezTo>
                    <a:cubicBezTo>
                      <a:pt x="1828" y="1261"/>
                      <a:pt x="2117" y="1803"/>
                      <a:pt x="2130" y="2395"/>
                    </a:cubicBezTo>
                    <a:cubicBezTo>
                      <a:pt x="2155" y="2975"/>
                      <a:pt x="2306" y="3781"/>
                      <a:pt x="1878" y="4273"/>
                    </a:cubicBezTo>
                    <a:cubicBezTo>
                      <a:pt x="1714" y="4462"/>
                      <a:pt x="1273" y="4613"/>
                      <a:pt x="1286" y="4903"/>
                    </a:cubicBezTo>
                    <a:cubicBezTo>
                      <a:pt x="1286" y="4940"/>
                      <a:pt x="1298" y="4978"/>
                      <a:pt x="1323" y="5003"/>
                    </a:cubicBezTo>
                    <a:cubicBezTo>
                      <a:pt x="1450" y="4978"/>
                      <a:pt x="1550" y="4928"/>
                      <a:pt x="1639" y="4852"/>
                    </a:cubicBezTo>
                    <a:cubicBezTo>
                      <a:pt x="1702" y="4802"/>
                      <a:pt x="1765" y="4751"/>
                      <a:pt x="1828" y="4688"/>
                    </a:cubicBezTo>
                    <a:cubicBezTo>
                      <a:pt x="2243" y="4361"/>
                      <a:pt x="2521" y="3882"/>
                      <a:pt x="2609" y="3353"/>
                    </a:cubicBezTo>
                    <a:cubicBezTo>
                      <a:pt x="2647" y="3126"/>
                      <a:pt x="2672" y="2899"/>
                      <a:pt x="2659" y="2660"/>
                    </a:cubicBezTo>
                    <a:close/>
                  </a:path>
                </a:pathLst>
              </a:custGeom>
              <a:solidFill>
                <a:srgbClr val="595959">
                  <a:alpha val="129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50"/>
              <p:cNvSpPr/>
              <p:nvPr/>
            </p:nvSpPr>
            <p:spPr>
              <a:xfrm>
                <a:off x="4388900" y="5330384"/>
                <a:ext cx="501651" cy="111872"/>
              </a:xfrm>
              <a:custGeom>
                <a:avLst/>
                <a:gdLst/>
                <a:ahLst/>
                <a:cxnLst/>
                <a:rect l="l" t="t" r="r" b="b"/>
                <a:pathLst>
                  <a:path w="2547" h="568" extrusionOk="0">
                    <a:moveTo>
                      <a:pt x="820" y="555"/>
                    </a:moveTo>
                    <a:cubicBezTo>
                      <a:pt x="669" y="555"/>
                      <a:pt x="530" y="555"/>
                      <a:pt x="391" y="555"/>
                    </a:cubicBezTo>
                    <a:cubicBezTo>
                      <a:pt x="291" y="542"/>
                      <a:pt x="190" y="505"/>
                      <a:pt x="89" y="454"/>
                    </a:cubicBezTo>
                    <a:cubicBezTo>
                      <a:pt x="1" y="391"/>
                      <a:pt x="13" y="290"/>
                      <a:pt x="114" y="240"/>
                    </a:cubicBezTo>
                    <a:cubicBezTo>
                      <a:pt x="152" y="227"/>
                      <a:pt x="190" y="202"/>
                      <a:pt x="228" y="202"/>
                    </a:cubicBezTo>
                    <a:cubicBezTo>
                      <a:pt x="366" y="164"/>
                      <a:pt x="492" y="139"/>
                      <a:pt x="631" y="127"/>
                    </a:cubicBezTo>
                    <a:cubicBezTo>
                      <a:pt x="1122" y="89"/>
                      <a:pt x="1626" y="51"/>
                      <a:pt x="2130" y="13"/>
                    </a:cubicBezTo>
                    <a:cubicBezTo>
                      <a:pt x="2218" y="1"/>
                      <a:pt x="2319" y="13"/>
                      <a:pt x="2407" y="38"/>
                    </a:cubicBezTo>
                    <a:cubicBezTo>
                      <a:pt x="2534" y="76"/>
                      <a:pt x="2546" y="177"/>
                      <a:pt x="2445" y="265"/>
                    </a:cubicBezTo>
                    <a:cubicBezTo>
                      <a:pt x="2407" y="290"/>
                      <a:pt x="2370" y="303"/>
                      <a:pt x="2319" y="316"/>
                    </a:cubicBezTo>
                    <a:cubicBezTo>
                      <a:pt x="2042" y="429"/>
                      <a:pt x="1752" y="492"/>
                      <a:pt x="1450" y="517"/>
                    </a:cubicBezTo>
                    <a:cubicBezTo>
                      <a:pt x="1248" y="542"/>
                      <a:pt x="1034" y="555"/>
                      <a:pt x="820" y="568"/>
                    </a:cubicBezTo>
                    <a:cubicBezTo>
                      <a:pt x="820" y="568"/>
                      <a:pt x="820" y="555"/>
                      <a:pt x="820" y="5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50"/>
              <p:cNvSpPr/>
              <p:nvPr/>
            </p:nvSpPr>
            <p:spPr>
              <a:xfrm>
                <a:off x="4438533" y="5519069"/>
                <a:ext cx="439609" cy="94540"/>
              </a:xfrm>
              <a:custGeom>
                <a:avLst/>
                <a:gdLst/>
                <a:ahLst/>
                <a:cxnLst/>
                <a:rect l="l" t="t" r="r" b="b"/>
                <a:pathLst>
                  <a:path w="2232" h="480" extrusionOk="0">
                    <a:moveTo>
                      <a:pt x="76" y="88"/>
                    </a:moveTo>
                    <a:cubicBezTo>
                      <a:pt x="379" y="88"/>
                      <a:pt x="643" y="114"/>
                      <a:pt x="921" y="88"/>
                    </a:cubicBezTo>
                    <a:cubicBezTo>
                      <a:pt x="1198" y="76"/>
                      <a:pt x="1513" y="38"/>
                      <a:pt x="1815" y="0"/>
                    </a:cubicBezTo>
                    <a:cubicBezTo>
                      <a:pt x="1891" y="0"/>
                      <a:pt x="1966" y="0"/>
                      <a:pt x="2042" y="0"/>
                    </a:cubicBezTo>
                    <a:cubicBezTo>
                      <a:pt x="2155" y="13"/>
                      <a:pt x="2206" y="63"/>
                      <a:pt x="2219" y="139"/>
                    </a:cubicBezTo>
                    <a:cubicBezTo>
                      <a:pt x="2231" y="227"/>
                      <a:pt x="2181" y="303"/>
                      <a:pt x="2105" y="328"/>
                    </a:cubicBezTo>
                    <a:cubicBezTo>
                      <a:pt x="1966" y="378"/>
                      <a:pt x="1828" y="416"/>
                      <a:pt x="1677" y="441"/>
                    </a:cubicBezTo>
                    <a:cubicBezTo>
                      <a:pt x="1286" y="479"/>
                      <a:pt x="883" y="479"/>
                      <a:pt x="480" y="441"/>
                    </a:cubicBezTo>
                    <a:cubicBezTo>
                      <a:pt x="391" y="429"/>
                      <a:pt x="291" y="416"/>
                      <a:pt x="202" y="391"/>
                    </a:cubicBezTo>
                    <a:cubicBezTo>
                      <a:pt x="26" y="328"/>
                      <a:pt x="1" y="265"/>
                      <a:pt x="76" y="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50"/>
              <p:cNvSpPr/>
              <p:nvPr/>
            </p:nvSpPr>
            <p:spPr>
              <a:xfrm>
                <a:off x="4421201" y="5414682"/>
                <a:ext cx="464229" cy="112069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569" extrusionOk="0">
                    <a:moveTo>
                      <a:pt x="1" y="203"/>
                    </a:moveTo>
                    <a:cubicBezTo>
                      <a:pt x="618" y="266"/>
                      <a:pt x="1248" y="228"/>
                      <a:pt x="1853" y="89"/>
                    </a:cubicBezTo>
                    <a:cubicBezTo>
                      <a:pt x="1941" y="64"/>
                      <a:pt x="2017" y="39"/>
                      <a:pt x="2092" y="14"/>
                    </a:cubicBezTo>
                    <a:cubicBezTo>
                      <a:pt x="2180" y="1"/>
                      <a:pt x="2269" y="39"/>
                      <a:pt x="2307" y="114"/>
                    </a:cubicBezTo>
                    <a:cubicBezTo>
                      <a:pt x="2357" y="190"/>
                      <a:pt x="2294" y="240"/>
                      <a:pt x="2243" y="291"/>
                    </a:cubicBezTo>
                    <a:cubicBezTo>
                      <a:pt x="2193" y="341"/>
                      <a:pt x="2117" y="379"/>
                      <a:pt x="2042" y="392"/>
                    </a:cubicBezTo>
                    <a:cubicBezTo>
                      <a:pt x="1828" y="455"/>
                      <a:pt x="1613" y="492"/>
                      <a:pt x="1399" y="518"/>
                    </a:cubicBezTo>
                    <a:cubicBezTo>
                      <a:pt x="1059" y="555"/>
                      <a:pt x="719" y="568"/>
                      <a:pt x="391" y="530"/>
                    </a:cubicBezTo>
                    <a:cubicBezTo>
                      <a:pt x="328" y="530"/>
                      <a:pt x="265" y="518"/>
                      <a:pt x="215" y="505"/>
                    </a:cubicBezTo>
                    <a:cubicBezTo>
                      <a:pt x="38" y="467"/>
                      <a:pt x="1" y="392"/>
                      <a:pt x="1" y="2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50"/>
              <p:cNvSpPr/>
              <p:nvPr/>
            </p:nvSpPr>
            <p:spPr>
              <a:xfrm>
                <a:off x="4545284" y="5623260"/>
                <a:ext cx="248363" cy="79571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404" extrusionOk="0">
                    <a:moveTo>
                      <a:pt x="1" y="0"/>
                    </a:moveTo>
                    <a:lnTo>
                      <a:pt x="1261" y="0"/>
                    </a:lnTo>
                    <a:cubicBezTo>
                      <a:pt x="1248" y="126"/>
                      <a:pt x="1160" y="240"/>
                      <a:pt x="1034" y="278"/>
                    </a:cubicBezTo>
                    <a:cubicBezTo>
                      <a:pt x="757" y="404"/>
                      <a:pt x="429" y="391"/>
                      <a:pt x="164" y="227"/>
                    </a:cubicBezTo>
                    <a:cubicBezTo>
                      <a:pt x="76" y="189"/>
                      <a:pt x="13" y="101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50"/>
              <p:cNvSpPr/>
              <p:nvPr/>
            </p:nvSpPr>
            <p:spPr>
              <a:xfrm>
                <a:off x="4317010" y="4724740"/>
                <a:ext cx="481561" cy="566056"/>
              </a:xfrm>
              <a:custGeom>
                <a:avLst/>
                <a:gdLst/>
                <a:ahLst/>
                <a:cxnLst/>
                <a:rect l="l" t="t" r="r" b="b"/>
                <a:pathLst>
                  <a:path w="2445" h="2874" extrusionOk="0">
                    <a:moveTo>
                      <a:pt x="2004" y="429"/>
                    </a:moveTo>
                    <a:cubicBezTo>
                      <a:pt x="2029" y="341"/>
                      <a:pt x="2054" y="253"/>
                      <a:pt x="2092" y="165"/>
                    </a:cubicBezTo>
                    <a:cubicBezTo>
                      <a:pt x="2105" y="127"/>
                      <a:pt x="2142" y="77"/>
                      <a:pt x="2180" y="51"/>
                    </a:cubicBezTo>
                    <a:cubicBezTo>
                      <a:pt x="2231" y="1"/>
                      <a:pt x="2319" y="1"/>
                      <a:pt x="2382" y="39"/>
                    </a:cubicBezTo>
                    <a:cubicBezTo>
                      <a:pt x="2445" y="89"/>
                      <a:pt x="2432" y="165"/>
                      <a:pt x="2407" y="228"/>
                    </a:cubicBezTo>
                    <a:cubicBezTo>
                      <a:pt x="2369" y="341"/>
                      <a:pt x="2294" y="442"/>
                      <a:pt x="2193" y="492"/>
                    </a:cubicBezTo>
                    <a:cubicBezTo>
                      <a:pt x="2117" y="518"/>
                      <a:pt x="2079" y="581"/>
                      <a:pt x="2079" y="656"/>
                    </a:cubicBezTo>
                    <a:cubicBezTo>
                      <a:pt x="2067" y="870"/>
                      <a:pt x="2029" y="1072"/>
                      <a:pt x="2016" y="1286"/>
                    </a:cubicBezTo>
                    <a:cubicBezTo>
                      <a:pt x="1991" y="1765"/>
                      <a:pt x="2004" y="2231"/>
                      <a:pt x="2054" y="2710"/>
                    </a:cubicBezTo>
                    <a:cubicBezTo>
                      <a:pt x="2067" y="2735"/>
                      <a:pt x="2067" y="2773"/>
                      <a:pt x="2054" y="2811"/>
                    </a:cubicBezTo>
                    <a:cubicBezTo>
                      <a:pt x="2054" y="2824"/>
                      <a:pt x="2042" y="2836"/>
                      <a:pt x="2042" y="2849"/>
                    </a:cubicBezTo>
                    <a:cubicBezTo>
                      <a:pt x="1966" y="2874"/>
                      <a:pt x="1928" y="2824"/>
                      <a:pt x="1928" y="2761"/>
                    </a:cubicBezTo>
                    <a:cubicBezTo>
                      <a:pt x="1916" y="2420"/>
                      <a:pt x="1890" y="2080"/>
                      <a:pt x="1890" y="1740"/>
                    </a:cubicBezTo>
                    <a:cubicBezTo>
                      <a:pt x="1890" y="1400"/>
                      <a:pt x="1928" y="1072"/>
                      <a:pt x="1953" y="732"/>
                    </a:cubicBezTo>
                    <a:lnTo>
                      <a:pt x="1953" y="606"/>
                    </a:lnTo>
                    <a:cubicBezTo>
                      <a:pt x="1475" y="707"/>
                      <a:pt x="983" y="757"/>
                      <a:pt x="492" y="757"/>
                    </a:cubicBezTo>
                    <a:lnTo>
                      <a:pt x="971" y="2773"/>
                    </a:lnTo>
                    <a:cubicBezTo>
                      <a:pt x="882" y="2836"/>
                      <a:pt x="857" y="2798"/>
                      <a:pt x="832" y="2735"/>
                    </a:cubicBezTo>
                    <a:cubicBezTo>
                      <a:pt x="819" y="2660"/>
                      <a:pt x="807" y="2572"/>
                      <a:pt x="782" y="2483"/>
                    </a:cubicBezTo>
                    <a:cubicBezTo>
                      <a:pt x="681" y="2068"/>
                      <a:pt x="580" y="1639"/>
                      <a:pt x="467" y="1211"/>
                    </a:cubicBezTo>
                    <a:cubicBezTo>
                      <a:pt x="429" y="1047"/>
                      <a:pt x="391" y="908"/>
                      <a:pt x="366" y="770"/>
                    </a:cubicBezTo>
                    <a:cubicBezTo>
                      <a:pt x="290" y="732"/>
                      <a:pt x="215" y="694"/>
                      <a:pt x="152" y="656"/>
                    </a:cubicBezTo>
                    <a:cubicBezTo>
                      <a:pt x="101" y="606"/>
                      <a:pt x="63" y="543"/>
                      <a:pt x="38" y="480"/>
                    </a:cubicBezTo>
                    <a:cubicBezTo>
                      <a:pt x="0" y="404"/>
                      <a:pt x="51" y="341"/>
                      <a:pt x="114" y="316"/>
                    </a:cubicBezTo>
                    <a:cubicBezTo>
                      <a:pt x="177" y="291"/>
                      <a:pt x="240" y="316"/>
                      <a:pt x="265" y="366"/>
                    </a:cubicBezTo>
                    <a:cubicBezTo>
                      <a:pt x="315" y="417"/>
                      <a:pt x="353" y="480"/>
                      <a:pt x="391" y="543"/>
                    </a:cubicBezTo>
                    <a:cubicBezTo>
                      <a:pt x="416" y="618"/>
                      <a:pt x="492" y="656"/>
                      <a:pt x="567" y="644"/>
                    </a:cubicBezTo>
                    <a:cubicBezTo>
                      <a:pt x="706" y="644"/>
                      <a:pt x="845" y="644"/>
                      <a:pt x="983" y="618"/>
                    </a:cubicBezTo>
                    <a:cubicBezTo>
                      <a:pt x="1298" y="593"/>
                      <a:pt x="1613" y="543"/>
                      <a:pt x="1916" y="467"/>
                    </a:cubicBezTo>
                    <a:cubicBezTo>
                      <a:pt x="1953" y="442"/>
                      <a:pt x="1979" y="429"/>
                      <a:pt x="2004" y="429"/>
                    </a:cubicBezTo>
                    <a:close/>
                    <a:moveTo>
                      <a:pt x="2155" y="379"/>
                    </a:moveTo>
                    <a:cubicBezTo>
                      <a:pt x="2243" y="329"/>
                      <a:pt x="2294" y="240"/>
                      <a:pt x="2294" y="140"/>
                    </a:cubicBezTo>
                    <a:cubicBezTo>
                      <a:pt x="2180" y="177"/>
                      <a:pt x="2168" y="253"/>
                      <a:pt x="2155" y="379"/>
                    </a:cubicBezTo>
                    <a:close/>
                    <a:moveTo>
                      <a:pt x="303" y="581"/>
                    </a:moveTo>
                    <a:cubicBezTo>
                      <a:pt x="278" y="530"/>
                      <a:pt x="252" y="518"/>
                      <a:pt x="252" y="492"/>
                    </a:cubicBezTo>
                    <a:lnTo>
                      <a:pt x="215" y="417"/>
                    </a:lnTo>
                    <a:lnTo>
                      <a:pt x="177" y="455"/>
                    </a:lnTo>
                    <a:cubicBezTo>
                      <a:pt x="164" y="518"/>
                      <a:pt x="202" y="543"/>
                      <a:pt x="290" y="58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50"/>
              <p:cNvSpPr/>
              <p:nvPr/>
            </p:nvSpPr>
            <p:spPr>
              <a:xfrm>
                <a:off x="4118477" y="4461802"/>
                <a:ext cx="347630" cy="342706"/>
              </a:xfrm>
              <a:custGeom>
                <a:avLst/>
                <a:gdLst/>
                <a:ahLst/>
                <a:cxnLst/>
                <a:rect l="l" t="t" r="r" b="b"/>
                <a:pathLst>
                  <a:path w="1765" h="1740" extrusionOk="0">
                    <a:moveTo>
                      <a:pt x="0" y="1449"/>
                    </a:moveTo>
                    <a:cubicBezTo>
                      <a:pt x="38" y="1109"/>
                      <a:pt x="88" y="769"/>
                      <a:pt x="353" y="517"/>
                    </a:cubicBezTo>
                    <a:cubicBezTo>
                      <a:pt x="643" y="189"/>
                      <a:pt x="1046" y="13"/>
                      <a:pt x="1475" y="13"/>
                    </a:cubicBezTo>
                    <a:cubicBezTo>
                      <a:pt x="1638" y="0"/>
                      <a:pt x="1764" y="177"/>
                      <a:pt x="1701" y="328"/>
                    </a:cubicBezTo>
                    <a:cubicBezTo>
                      <a:pt x="1676" y="492"/>
                      <a:pt x="1550" y="605"/>
                      <a:pt x="1386" y="630"/>
                    </a:cubicBezTo>
                    <a:cubicBezTo>
                      <a:pt x="1046" y="681"/>
                      <a:pt x="756" y="933"/>
                      <a:pt x="693" y="1273"/>
                    </a:cubicBezTo>
                    <a:cubicBezTo>
                      <a:pt x="643" y="1449"/>
                      <a:pt x="529" y="1588"/>
                      <a:pt x="391" y="1689"/>
                    </a:cubicBezTo>
                    <a:cubicBezTo>
                      <a:pt x="303" y="1739"/>
                      <a:pt x="189" y="1739"/>
                      <a:pt x="101" y="1689"/>
                    </a:cubicBezTo>
                    <a:cubicBezTo>
                      <a:pt x="13" y="1638"/>
                      <a:pt x="0" y="1550"/>
                      <a:pt x="0" y="144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50"/>
              <p:cNvSpPr/>
              <p:nvPr/>
            </p:nvSpPr>
            <p:spPr>
              <a:xfrm>
                <a:off x="4088737" y="4829127"/>
                <a:ext cx="104387" cy="106948"/>
              </a:xfrm>
              <a:custGeom>
                <a:avLst/>
                <a:gdLst/>
                <a:ahLst/>
                <a:cxnLst/>
                <a:rect l="l" t="t" r="r" b="b"/>
                <a:pathLst>
                  <a:path w="530" h="543" extrusionOk="0">
                    <a:moveTo>
                      <a:pt x="252" y="529"/>
                    </a:moveTo>
                    <a:cubicBezTo>
                      <a:pt x="126" y="529"/>
                      <a:pt x="63" y="479"/>
                      <a:pt x="38" y="366"/>
                    </a:cubicBezTo>
                    <a:cubicBezTo>
                      <a:pt x="0" y="265"/>
                      <a:pt x="38" y="151"/>
                      <a:pt x="139" y="88"/>
                    </a:cubicBezTo>
                    <a:lnTo>
                      <a:pt x="164" y="76"/>
                    </a:lnTo>
                    <a:cubicBezTo>
                      <a:pt x="290" y="13"/>
                      <a:pt x="391" y="0"/>
                      <a:pt x="454" y="63"/>
                    </a:cubicBezTo>
                    <a:cubicBezTo>
                      <a:pt x="504" y="139"/>
                      <a:pt x="529" y="252"/>
                      <a:pt x="517" y="353"/>
                    </a:cubicBezTo>
                    <a:cubicBezTo>
                      <a:pt x="479" y="466"/>
                      <a:pt x="378" y="542"/>
                      <a:pt x="252" y="52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48" name="Google Shape;848;p50"/>
          <p:cNvSpPr txBox="1"/>
          <p:nvPr/>
        </p:nvSpPr>
        <p:spPr>
          <a:xfrm>
            <a:off x="644566" y="1931507"/>
            <a:ext cx="20577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166B7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848F94-B20B-4AE6-8D3F-8400E71ACB68}"/>
              </a:ext>
            </a:extLst>
          </p:cNvPr>
          <p:cNvSpPr txBox="1"/>
          <p:nvPr/>
        </p:nvSpPr>
        <p:spPr>
          <a:xfrm>
            <a:off x="235067" y="3026363"/>
            <a:ext cx="3283085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Fredoka One" panose="020B0604020202020204" charset="0"/>
              </a:rPr>
              <a:t>We can now just assign a new value to our content</a:t>
            </a:r>
            <a:br>
              <a:rPr lang="en-GB" sz="1800" b="0" i="0" u="none" strike="noStrike" dirty="0">
                <a:solidFill>
                  <a:schemeClr val="tx1"/>
                </a:solidFill>
                <a:effectLst/>
                <a:latin typeface="Fredoka One" panose="020B0604020202020204" charset="0"/>
              </a:rPr>
            </a:br>
            <a:br>
              <a:rPr lang="en-GB" sz="1800" b="0" i="0" u="none" strike="noStrike" dirty="0">
                <a:solidFill>
                  <a:srgbClr val="422E2E"/>
                </a:solidFill>
                <a:effectLst/>
                <a:latin typeface="Fredoka One" panose="020B0604020202020204" charset="0"/>
              </a:rPr>
            </a:br>
            <a:br>
              <a:rPr lang="en-GB" sz="1050" dirty="0">
                <a:latin typeface="Fredoka One" panose="020B0604020202020204" charset="0"/>
              </a:rPr>
            </a:br>
            <a:endParaRPr lang="en-IN" sz="1050" dirty="0">
              <a:latin typeface="Fredoka One" panose="020B060402020202020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5969EE-CD5C-4F63-A9DA-2A0C9E8D68BE}"/>
              </a:ext>
            </a:extLst>
          </p:cNvPr>
          <p:cNvSpPr txBox="1"/>
          <p:nvPr/>
        </p:nvSpPr>
        <p:spPr>
          <a:xfrm>
            <a:off x="5865167" y="3005659"/>
            <a:ext cx="3218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Fredoka One" panose="020B0604020202020204" charset="0"/>
              </a:rPr>
              <a:t>This will help us take input from the user</a:t>
            </a:r>
            <a:endParaRPr lang="en-GB" sz="1800" b="0" dirty="0">
              <a:solidFill>
                <a:schemeClr val="tx1"/>
              </a:solidFill>
              <a:effectLst/>
              <a:latin typeface="Fredoka One" panose="020B0604020202020204" charset="0"/>
            </a:endParaRPr>
          </a:p>
          <a:p>
            <a:br>
              <a:rPr lang="en-GB" dirty="0">
                <a:solidFill>
                  <a:schemeClr val="tx1"/>
                </a:solidFill>
                <a:latin typeface="Fredoka One" panose="020B0604020202020204" charset="0"/>
              </a:rPr>
            </a:br>
            <a:endParaRPr lang="en-IN" dirty="0">
              <a:solidFill>
                <a:schemeClr val="tx1"/>
              </a:solidFill>
              <a:latin typeface="Fredoka One" panose="020B060402020202020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A5386B-BCFD-4CAC-887F-3EEDB7E40EF3}"/>
              </a:ext>
            </a:extLst>
          </p:cNvPr>
          <p:cNvSpPr txBox="1"/>
          <p:nvPr/>
        </p:nvSpPr>
        <p:spPr>
          <a:xfrm>
            <a:off x="2584967" y="4585095"/>
            <a:ext cx="6406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u="none" strike="noStrike" dirty="0">
                <a:solidFill>
                  <a:srgbClr val="C00000"/>
                </a:solidFill>
                <a:effectLst/>
                <a:latin typeface="Fredoka One" panose="020B0604020202020204" charset="0"/>
              </a:rPr>
              <a:t>headingElement.innerHTML=newHeadingText;</a:t>
            </a:r>
            <a:endParaRPr lang="en-IN" dirty="0">
              <a:solidFill>
                <a:srgbClr val="C00000"/>
              </a:solidFill>
              <a:latin typeface="Fredoka One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2"/>
          <p:cNvSpPr txBox="1">
            <a:spLocks noGrp="1"/>
          </p:cNvSpPr>
          <p:nvPr>
            <p:ph type="title"/>
          </p:nvPr>
        </p:nvSpPr>
        <p:spPr>
          <a:xfrm>
            <a:off x="1780139" y="367712"/>
            <a:ext cx="5589900" cy="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 of the topic</a:t>
            </a:r>
            <a:endParaRPr dirty="0"/>
          </a:p>
        </p:txBody>
      </p:sp>
      <p:grpSp>
        <p:nvGrpSpPr>
          <p:cNvPr id="872" name="Google Shape;872;p52"/>
          <p:cNvGrpSpPr/>
          <p:nvPr/>
        </p:nvGrpSpPr>
        <p:grpSpPr>
          <a:xfrm>
            <a:off x="3412899" y="1239794"/>
            <a:ext cx="2278497" cy="2014935"/>
            <a:chOff x="4215801" y="5218795"/>
            <a:chExt cx="2150806" cy="2096461"/>
          </a:xfrm>
        </p:grpSpPr>
        <p:sp>
          <p:nvSpPr>
            <p:cNvPr id="873" name="Google Shape;873;p52"/>
            <p:cNvSpPr/>
            <p:nvPr/>
          </p:nvSpPr>
          <p:spPr>
            <a:xfrm>
              <a:off x="4580060" y="5218795"/>
              <a:ext cx="1422234" cy="734305"/>
            </a:xfrm>
            <a:custGeom>
              <a:avLst/>
              <a:gdLst/>
              <a:ahLst/>
              <a:cxnLst/>
              <a:rect l="l" t="t" r="r" b="b"/>
              <a:pathLst>
                <a:path w="20642" h="10656" extrusionOk="0">
                  <a:moveTo>
                    <a:pt x="10321" y="0"/>
                  </a:moveTo>
                  <a:cubicBezTo>
                    <a:pt x="4630" y="0"/>
                    <a:pt x="1" y="4630"/>
                    <a:pt x="1" y="10321"/>
                  </a:cubicBezTo>
                  <a:cubicBezTo>
                    <a:pt x="1" y="10385"/>
                    <a:pt x="2" y="10450"/>
                    <a:pt x="4" y="10514"/>
                  </a:cubicBezTo>
                  <a:cubicBezTo>
                    <a:pt x="1580" y="9686"/>
                    <a:pt x="3307" y="9273"/>
                    <a:pt x="5033" y="9273"/>
                  </a:cubicBezTo>
                  <a:cubicBezTo>
                    <a:pt x="6858" y="9273"/>
                    <a:pt x="8681" y="9735"/>
                    <a:pt x="10321" y="10655"/>
                  </a:cubicBezTo>
                  <a:cubicBezTo>
                    <a:pt x="11962" y="9735"/>
                    <a:pt x="13786" y="9273"/>
                    <a:pt x="15610" y="9273"/>
                  </a:cubicBezTo>
                  <a:cubicBezTo>
                    <a:pt x="17337" y="9273"/>
                    <a:pt x="19065" y="9686"/>
                    <a:pt x="20640" y="10514"/>
                  </a:cubicBezTo>
                  <a:cubicBezTo>
                    <a:pt x="20640" y="10450"/>
                    <a:pt x="20642" y="10385"/>
                    <a:pt x="20642" y="10321"/>
                  </a:cubicBezTo>
                  <a:cubicBezTo>
                    <a:pt x="20642" y="4630"/>
                    <a:pt x="16012" y="0"/>
                    <a:pt x="103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52"/>
            <p:cNvSpPr/>
            <p:nvPr/>
          </p:nvSpPr>
          <p:spPr>
            <a:xfrm>
              <a:off x="5326079" y="6002038"/>
              <a:ext cx="1040528" cy="1313218"/>
            </a:xfrm>
            <a:custGeom>
              <a:avLst/>
              <a:gdLst/>
              <a:ahLst/>
              <a:cxnLst/>
              <a:rect l="l" t="t" r="r" b="b"/>
              <a:pathLst>
                <a:path w="15102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52"/>
            <p:cNvSpPr/>
            <p:nvPr/>
          </p:nvSpPr>
          <p:spPr>
            <a:xfrm>
              <a:off x="5326079" y="5892745"/>
              <a:ext cx="674324" cy="639209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4781" y="1"/>
                  </a:moveTo>
                  <a:cubicBezTo>
                    <a:pt x="3141" y="1"/>
                    <a:pt x="1499" y="393"/>
                    <a:pt x="1" y="1178"/>
                  </a:cubicBezTo>
                  <a:cubicBezTo>
                    <a:pt x="2747" y="2923"/>
                    <a:pt x="4656" y="5871"/>
                    <a:pt x="4984" y="9276"/>
                  </a:cubicBezTo>
                  <a:cubicBezTo>
                    <a:pt x="7683" y="7574"/>
                    <a:pt x="9542" y="4656"/>
                    <a:pt x="9787" y="1300"/>
                  </a:cubicBezTo>
                  <a:cubicBezTo>
                    <a:pt x="8232" y="434"/>
                    <a:pt x="6507" y="1"/>
                    <a:pt x="4781" y="1"/>
                  </a:cubicBezTo>
                  <a:close/>
                </a:path>
              </a:pathLst>
            </a:custGeom>
            <a:solidFill>
              <a:srgbClr val="F0CF36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52"/>
            <p:cNvSpPr/>
            <p:nvPr/>
          </p:nvSpPr>
          <p:spPr>
            <a:xfrm>
              <a:off x="4215801" y="6002038"/>
              <a:ext cx="1040597" cy="1313218"/>
            </a:xfrm>
            <a:custGeom>
              <a:avLst/>
              <a:gdLst/>
              <a:ahLst/>
              <a:cxnLst/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2"/>
            <p:cNvSpPr/>
            <p:nvPr/>
          </p:nvSpPr>
          <p:spPr>
            <a:xfrm>
              <a:off x="4582058" y="5892745"/>
              <a:ext cx="674324" cy="639209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solidFill>
              <a:srgbClr val="FA8152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52"/>
            <p:cNvSpPr/>
            <p:nvPr/>
          </p:nvSpPr>
          <p:spPr>
            <a:xfrm>
              <a:off x="4944389" y="6590608"/>
              <a:ext cx="693616" cy="623980"/>
            </a:xfrm>
            <a:custGeom>
              <a:avLst/>
              <a:gdLst/>
              <a:ahLst/>
              <a:cxnLst/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solidFill>
              <a:srgbClr val="4166B7">
                <a:alpha val="4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9" name="Google Shape;879;p52"/>
            <p:cNvGrpSpPr/>
            <p:nvPr/>
          </p:nvGrpSpPr>
          <p:grpSpPr>
            <a:xfrm>
              <a:off x="5125417" y="6179357"/>
              <a:ext cx="318969" cy="360456"/>
              <a:chOff x="4017125" y="2986000"/>
              <a:chExt cx="172025" cy="194400"/>
            </a:xfrm>
          </p:grpSpPr>
          <p:sp>
            <p:nvSpPr>
              <p:cNvPr id="880" name="Google Shape;880;p52"/>
              <p:cNvSpPr/>
              <p:nvPr/>
            </p:nvSpPr>
            <p:spPr>
              <a:xfrm>
                <a:off x="4017125" y="2986000"/>
                <a:ext cx="172025" cy="194400"/>
              </a:xfrm>
              <a:custGeom>
                <a:avLst/>
                <a:gdLst/>
                <a:ahLst/>
                <a:cxnLst/>
                <a:rect l="l" t="t" r="r" b="b"/>
                <a:pathLst>
                  <a:path w="6881" h="7776" extrusionOk="0">
                    <a:moveTo>
                      <a:pt x="3440" y="467"/>
                    </a:moveTo>
                    <a:cubicBezTo>
                      <a:pt x="5305" y="467"/>
                      <a:pt x="6263" y="2710"/>
                      <a:pt x="4965" y="4046"/>
                    </a:cubicBezTo>
                    <a:lnTo>
                      <a:pt x="4952" y="4046"/>
                    </a:lnTo>
                    <a:lnTo>
                      <a:pt x="4952" y="4058"/>
                    </a:lnTo>
                    <a:cubicBezTo>
                      <a:pt x="4675" y="4335"/>
                      <a:pt x="4461" y="4676"/>
                      <a:pt x="4360" y="5054"/>
                    </a:cubicBezTo>
                    <a:lnTo>
                      <a:pt x="3680" y="5054"/>
                    </a:lnTo>
                    <a:lnTo>
                      <a:pt x="3680" y="3138"/>
                    </a:lnTo>
                    <a:lnTo>
                      <a:pt x="4347" y="2470"/>
                    </a:lnTo>
                    <a:lnTo>
                      <a:pt x="4020" y="2143"/>
                    </a:lnTo>
                    <a:lnTo>
                      <a:pt x="3440" y="2710"/>
                    </a:lnTo>
                    <a:lnTo>
                      <a:pt x="2873" y="2143"/>
                    </a:lnTo>
                    <a:lnTo>
                      <a:pt x="2545" y="2470"/>
                    </a:lnTo>
                    <a:lnTo>
                      <a:pt x="3213" y="3138"/>
                    </a:lnTo>
                    <a:lnTo>
                      <a:pt x="3213" y="5054"/>
                    </a:lnTo>
                    <a:lnTo>
                      <a:pt x="2520" y="5054"/>
                    </a:lnTo>
                    <a:cubicBezTo>
                      <a:pt x="2419" y="4676"/>
                      <a:pt x="2205" y="4335"/>
                      <a:pt x="1928" y="4058"/>
                    </a:cubicBezTo>
                    <a:lnTo>
                      <a:pt x="1928" y="4046"/>
                    </a:lnTo>
                    <a:cubicBezTo>
                      <a:pt x="630" y="2710"/>
                      <a:pt x="1575" y="467"/>
                      <a:pt x="3440" y="467"/>
                    </a:cubicBezTo>
                    <a:close/>
                    <a:moveTo>
                      <a:pt x="4524" y="5507"/>
                    </a:moveTo>
                    <a:lnTo>
                      <a:pt x="4524" y="5734"/>
                    </a:lnTo>
                    <a:lnTo>
                      <a:pt x="2356" y="5734"/>
                    </a:lnTo>
                    <a:lnTo>
                      <a:pt x="2356" y="5507"/>
                    </a:lnTo>
                    <a:close/>
                    <a:moveTo>
                      <a:pt x="4524" y="6200"/>
                    </a:moveTo>
                    <a:lnTo>
                      <a:pt x="4524" y="6427"/>
                    </a:lnTo>
                    <a:lnTo>
                      <a:pt x="2356" y="6427"/>
                    </a:lnTo>
                    <a:lnTo>
                      <a:pt x="2356" y="6200"/>
                    </a:lnTo>
                    <a:close/>
                    <a:moveTo>
                      <a:pt x="4184" y="6881"/>
                    </a:moveTo>
                    <a:lnTo>
                      <a:pt x="4184" y="7057"/>
                    </a:lnTo>
                    <a:cubicBezTo>
                      <a:pt x="4184" y="7196"/>
                      <a:pt x="4070" y="7309"/>
                      <a:pt x="3932" y="7309"/>
                    </a:cubicBezTo>
                    <a:lnTo>
                      <a:pt x="2936" y="7309"/>
                    </a:lnTo>
                    <a:cubicBezTo>
                      <a:pt x="2797" y="7309"/>
                      <a:pt x="2697" y="7196"/>
                      <a:pt x="2697" y="7057"/>
                    </a:cubicBezTo>
                    <a:lnTo>
                      <a:pt x="2697" y="6881"/>
                    </a:lnTo>
                    <a:close/>
                    <a:moveTo>
                      <a:pt x="3440" y="1"/>
                    </a:moveTo>
                    <a:cubicBezTo>
                      <a:pt x="1159" y="1"/>
                      <a:pt x="0" y="2748"/>
                      <a:pt x="1600" y="4386"/>
                    </a:cubicBezTo>
                    <a:lnTo>
                      <a:pt x="1638" y="4424"/>
                    </a:lnTo>
                    <a:cubicBezTo>
                      <a:pt x="1827" y="4625"/>
                      <a:pt x="1978" y="4865"/>
                      <a:pt x="2067" y="5129"/>
                    </a:cubicBezTo>
                    <a:cubicBezTo>
                      <a:pt x="1953" y="5205"/>
                      <a:pt x="1890" y="5318"/>
                      <a:pt x="1890" y="5457"/>
                    </a:cubicBezTo>
                    <a:lnTo>
                      <a:pt x="1890" y="5784"/>
                    </a:lnTo>
                    <a:cubicBezTo>
                      <a:pt x="1890" y="5847"/>
                      <a:pt x="1903" y="5910"/>
                      <a:pt x="1941" y="5961"/>
                    </a:cubicBezTo>
                    <a:cubicBezTo>
                      <a:pt x="1903" y="6024"/>
                      <a:pt x="1890" y="6074"/>
                      <a:pt x="1890" y="6137"/>
                    </a:cubicBezTo>
                    <a:lnTo>
                      <a:pt x="1890" y="6490"/>
                    </a:lnTo>
                    <a:cubicBezTo>
                      <a:pt x="1890" y="6679"/>
                      <a:pt x="2029" y="6855"/>
                      <a:pt x="2230" y="6881"/>
                    </a:cubicBezTo>
                    <a:lnTo>
                      <a:pt x="2230" y="7070"/>
                    </a:lnTo>
                    <a:cubicBezTo>
                      <a:pt x="2230" y="7460"/>
                      <a:pt x="2545" y="7775"/>
                      <a:pt x="2936" y="7775"/>
                    </a:cubicBezTo>
                    <a:lnTo>
                      <a:pt x="3932" y="7775"/>
                    </a:lnTo>
                    <a:cubicBezTo>
                      <a:pt x="4322" y="7775"/>
                      <a:pt x="4650" y="7460"/>
                      <a:pt x="4650" y="7070"/>
                    </a:cubicBezTo>
                    <a:lnTo>
                      <a:pt x="4650" y="6881"/>
                    </a:lnTo>
                    <a:cubicBezTo>
                      <a:pt x="4839" y="6855"/>
                      <a:pt x="4977" y="6679"/>
                      <a:pt x="4977" y="6490"/>
                    </a:cubicBezTo>
                    <a:lnTo>
                      <a:pt x="4977" y="6150"/>
                    </a:lnTo>
                    <a:cubicBezTo>
                      <a:pt x="4977" y="6087"/>
                      <a:pt x="4965" y="6024"/>
                      <a:pt x="4940" y="5973"/>
                    </a:cubicBezTo>
                    <a:cubicBezTo>
                      <a:pt x="4965" y="5923"/>
                      <a:pt x="4977" y="5860"/>
                      <a:pt x="4977" y="5797"/>
                    </a:cubicBezTo>
                    <a:lnTo>
                      <a:pt x="4977" y="5469"/>
                    </a:lnTo>
                    <a:cubicBezTo>
                      <a:pt x="4977" y="5331"/>
                      <a:pt x="4914" y="5217"/>
                      <a:pt x="4814" y="5129"/>
                    </a:cubicBezTo>
                    <a:cubicBezTo>
                      <a:pt x="4902" y="4877"/>
                      <a:pt x="5040" y="4625"/>
                      <a:pt x="5229" y="4424"/>
                    </a:cubicBezTo>
                    <a:lnTo>
                      <a:pt x="5280" y="4386"/>
                    </a:lnTo>
                    <a:cubicBezTo>
                      <a:pt x="6880" y="2760"/>
                      <a:pt x="5721" y="13"/>
                      <a:pt x="34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52"/>
              <p:cNvSpPr/>
              <p:nvPr/>
            </p:nvSpPr>
            <p:spPr>
              <a:xfrm>
                <a:off x="4103125" y="3005225"/>
                <a:ext cx="45375" cy="45375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815" extrusionOk="0">
                    <a:moveTo>
                      <a:pt x="0" y="0"/>
                    </a:moveTo>
                    <a:lnTo>
                      <a:pt x="0" y="467"/>
                    </a:lnTo>
                    <a:cubicBezTo>
                      <a:pt x="744" y="467"/>
                      <a:pt x="1336" y="1071"/>
                      <a:pt x="1336" y="1815"/>
                    </a:cubicBezTo>
                    <a:lnTo>
                      <a:pt x="1815" y="1815"/>
                    </a:lnTo>
                    <a:cubicBezTo>
                      <a:pt x="1815" y="807"/>
                      <a:pt x="996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82" name="Google Shape;882;p52"/>
          <p:cNvSpPr txBox="1"/>
          <p:nvPr/>
        </p:nvSpPr>
        <p:spPr>
          <a:xfrm>
            <a:off x="492640" y="2134359"/>
            <a:ext cx="2445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166B7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D3BDE2-06B0-4FCA-A947-B9D063587EA3}"/>
              </a:ext>
            </a:extLst>
          </p:cNvPr>
          <p:cNvSpPr txBox="1"/>
          <p:nvPr/>
        </p:nvSpPr>
        <p:spPr>
          <a:xfrm>
            <a:off x="481132" y="2253773"/>
            <a:ext cx="29317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GB" sz="1400" b="0" i="0" u="none" strike="noStrike" dirty="0">
                <a:solidFill>
                  <a:schemeClr val="tx1"/>
                </a:solidFill>
                <a:effectLst/>
                <a:latin typeface="Fredoka One" panose="020B0604020202020204" charset="0"/>
              </a:rPr>
              <a:t>A DOM object of h1 is returned and we can store it in a variable</a:t>
            </a:r>
            <a:endParaRPr lang="en-GB" b="0" dirty="0">
              <a:solidFill>
                <a:schemeClr val="tx1"/>
              </a:solidFill>
              <a:effectLst/>
              <a:latin typeface="Fredoka One" panose="020B0604020202020204" charset="0"/>
            </a:endParaRPr>
          </a:p>
          <a:p>
            <a:br>
              <a:rPr lang="en-GB" dirty="0">
                <a:solidFill>
                  <a:schemeClr val="tx1"/>
                </a:solidFill>
                <a:latin typeface="Fredoka One" panose="020B0604020202020204" charset="0"/>
              </a:rPr>
            </a:br>
            <a:endParaRPr lang="en-IN" dirty="0">
              <a:solidFill>
                <a:schemeClr val="tx1"/>
              </a:solidFill>
              <a:latin typeface="Fredoka One" panose="020B060402020202020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208C4A-9DD7-40EE-8175-5D5D3DBC3C8B}"/>
              </a:ext>
            </a:extLst>
          </p:cNvPr>
          <p:cNvSpPr txBox="1"/>
          <p:nvPr/>
        </p:nvSpPr>
        <p:spPr>
          <a:xfrm>
            <a:off x="5572955" y="2211893"/>
            <a:ext cx="359416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GB" sz="1400" b="0" i="0" u="none" strike="noStrike" dirty="0">
                <a:solidFill>
                  <a:srgbClr val="FA8152"/>
                </a:solidFill>
                <a:effectLst/>
                <a:latin typeface="Fredoka One" panose="020B0604020202020204" charset="0"/>
              </a:rPr>
              <a:t>After searching, we can see that that the h1 element matches the id “main-heading”</a:t>
            </a:r>
            <a:endParaRPr lang="en-GB" b="0" dirty="0">
              <a:solidFill>
                <a:srgbClr val="FA8152"/>
              </a:solidFill>
              <a:effectLst/>
              <a:latin typeface="Fredoka One" panose="020B0604020202020204" charset="0"/>
            </a:endParaRPr>
          </a:p>
          <a:p>
            <a:br>
              <a:rPr lang="en-GB" dirty="0">
                <a:solidFill>
                  <a:srgbClr val="FA8152"/>
                </a:solidFill>
                <a:latin typeface="Fredoka One" panose="020B0604020202020204" charset="0"/>
              </a:rPr>
            </a:br>
            <a:endParaRPr lang="en-IN" dirty="0">
              <a:solidFill>
                <a:srgbClr val="FA8152"/>
              </a:solidFill>
              <a:latin typeface="Fredoka One" panose="020B060402020202020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63B3C2-DC26-47A2-9673-5D35BB316F72}"/>
              </a:ext>
            </a:extLst>
          </p:cNvPr>
          <p:cNvSpPr txBox="1"/>
          <p:nvPr/>
        </p:nvSpPr>
        <p:spPr>
          <a:xfrm>
            <a:off x="158076" y="3424113"/>
            <a:ext cx="59343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1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var </a:t>
            </a:r>
            <a:r>
              <a:rPr lang="en-GB" sz="1100" b="0" i="0" u="none" strike="noStrike" dirty="0" err="1">
                <a:solidFill>
                  <a:srgbClr val="002060"/>
                </a:solidFill>
                <a:effectLst/>
                <a:latin typeface="Fredoka One" panose="020B0604020202020204" charset="0"/>
              </a:rPr>
              <a:t>headingElement</a:t>
            </a:r>
            <a:r>
              <a:rPr lang="en-GB" sz="11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 = </a:t>
            </a:r>
            <a:r>
              <a:rPr lang="en-GB" sz="1100" b="0" i="0" u="none" strike="noStrike" dirty="0" err="1">
                <a:solidFill>
                  <a:srgbClr val="002060"/>
                </a:solidFill>
                <a:effectLst/>
                <a:latin typeface="Fredoka One" panose="020B0604020202020204" charset="0"/>
              </a:rPr>
              <a:t>document.getElementById</a:t>
            </a:r>
            <a:r>
              <a:rPr lang="en-GB" sz="11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("main-heading");</a:t>
            </a:r>
            <a:endParaRPr lang="en-GB" sz="1100" b="0" dirty="0">
              <a:solidFill>
                <a:srgbClr val="002060"/>
              </a:solidFill>
              <a:effectLst/>
              <a:latin typeface="Fredoka One" panose="020B0604020202020204" charset="0"/>
            </a:endParaRPr>
          </a:p>
          <a:p>
            <a:br>
              <a:rPr lang="en-GB" sz="1100" dirty="0"/>
            </a:br>
            <a:endParaRPr lang="en-IN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ADD8E1-FA03-4B3A-9E95-96EAF9BC25B8}"/>
              </a:ext>
            </a:extLst>
          </p:cNvPr>
          <p:cNvSpPr txBox="1"/>
          <p:nvPr/>
        </p:nvSpPr>
        <p:spPr>
          <a:xfrm>
            <a:off x="5316945" y="3375468"/>
            <a:ext cx="73379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en-GB" sz="11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&lt;p id=“para”&gt;paragraph&lt;/p&gt;</a:t>
            </a:r>
            <a:endParaRPr lang="en-GB" sz="1100" b="0" dirty="0">
              <a:solidFill>
                <a:srgbClr val="002060"/>
              </a:solidFill>
              <a:effectLst/>
              <a:latin typeface="Fredoka One" panose="020B0604020202020204" charset="0"/>
            </a:endParaRP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en-GB" sz="1100" b="0" i="0" u="none" strike="noStrike" dirty="0">
                <a:solidFill>
                  <a:srgbClr val="002060"/>
                </a:solidFill>
                <a:effectLst/>
                <a:latin typeface="Fredoka One" panose="020B0604020202020204" charset="0"/>
              </a:rPr>
              <a:t>&lt;h1 id=“main-heading”&gt;Hello world!&lt;/h1&gt;</a:t>
            </a:r>
            <a:endParaRPr lang="en-GB" sz="1100" b="0" dirty="0">
              <a:solidFill>
                <a:srgbClr val="002060"/>
              </a:solidFill>
              <a:effectLst/>
              <a:latin typeface="Fredoka One" panose="020B0604020202020204" charset="0"/>
            </a:endParaRPr>
          </a:p>
          <a:p>
            <a:br>
              <a:rPr lang="en-GB" sz="1100" dirty="0">
                <a:solidFill>
                  <a:srgbClr val="002060"/>
                </a:solidFill>
                <a:latin typeface="Fredoka One" panose="020B0604020202020204" charset="0"/>
              </a:rPr>
            </a:br>
            <a:endParaRPr lang="en-IN" sz="1100" dirty="0">
              <a:solidFill>
                <a:srgbClr val="002060"/>
              </a:solidFill>
              <a:latin typeface="Fredoka One" panose="020B060402020202020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FDE38E-F72C-4C4C-AF1B-3A8BFF1BDBD0}"/>
              </a:ext>
            </a:extLst>
          </p:cNvPr>
          <p:cNvSpPr txBox="1"/>
          <p:nvPr/>
        </p:nvSpPr>
        <p:spPr>
          <a:xfrm>
            <a:off x="728131" y="4189393"/>
            <a:ext cx="77413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GB" sz="1400" b="0" i="0" u="none" strike="noStrike" dirty="0">
                <a:solidFill>
                  <a:srgbClr val="C00000"/>
                </a:solidFill>
                <a:effectLst/>
                <a:latin typeface="Fredoka One" panose="020B0604020202020204" charset="0"/>
              </a:rPr>
              <a:t>We can use the DOM method </a:t>
            </a:r>
            <a:r>
              <a:rPr lang="en-GB" sz="1400" b="0" i="0" u="none" strike="noStrike" dirty="0" err="1">
                <a:solidFill>
                  <a:srgbClr val="C00000"/>
                </a:solidFill>
                <a:effectLst/>
                <a:latin typeface="Fredoka One" panose="020B0604020202020204" charset="0"/>
              </a:rPr>
              <a:t>document.getElementById</a:t>
            </a:r>
            <a:r>
              <a:rPr lang="en-GB" sz="1400" b="0" i="0" u="none" strike="noStrike" dirty="0">
                <a:solidFill>
                  <a:srgbClr val="C00000"/>
                </a:solidFill>
                <a:effectLst/>
                <a:latin typeface="Fredoka One" panose="020B0604020202020204" charset="0"/>
              </a:rPr>
              <a:t> </a:t>
            </a:r>
            <a:endParaRPr lang="en-GB" b="0" dirty="0">
              <a:solidFill>
                <a:srgbClr val="C00000"/>
              </a:solidFill>
              <a:effectLst/>
              <a:latin typeface="Fredoka One" panose="020B060402020202020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GB" sz="1400" b="0" i="0" u="none" strike="noStrike" dirty="0">
                <a:solidFill>
                  <a:srgbClr val="C00000"/>
                </a:solidFill>
                <a:effectLst/>
                <a:latin typeface="Fredoka One" panose="020B0604020202020204" charset="0"/>
              </a:rPr>
              <a:t>to select the required element </a:t>
            </a:r>
            <a:endParaRPr lang="en-GB" b="0" dirty="0">
              <a:solidFill>
                <a:srgbClr val="C00000"/>
              </a:solidFill>
              <a:effectLst/>
              <a:latin typeface="Fredoka One" panose="020B0604020202020204" charset="0"/>
            </a:endParaRPr>
          </a:p>
          <a:p>
            <a:pPr algn="ctr"/>
            <a:br>
              <a:rPr lang="en-GB" dirty="0">
                <a:solidFill>
                  <a:srgbClr val="002060"/>
                </a:solidFill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81463558-0685-47EB-B1C5-C3CC0123F73B}"/>
              </a:ext>
            </a:extLst>
          </p:cNvPr>
          <p:cNvSpPr/>
          <p:nvPr/>
        </p:nvSpPr>
        <p:spPr>
          <a:xfrm>
            <a:off x="1719676" y="2894797"/>
            <a:ext cx="190273" cy="421200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1A0494D7-7802-4CAF-B9D7-28308C2EA6D0}"/>
              </a:ext>
            </a:extLst>
          </p:cNvPr>
          <p:cNvSpPr/>
          <p:nvPr/>
        </p:nvSpPr>
        <p:spPr>
          <a:xfrm>
            <a:off x="7153962" y="2932026"/>
            <a:ext cx="190273" cy="421200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9" name="Google Shape;989;p57"/>
          <p:cNvGrpSpPr/>
          <p:nvPr/>
        </p:nvGrpSpPr>
        <p:grpSpPr>
          <a:xfrm>
            <a:off x="2764703" y="829662"/>
            <a:ext cx="4270789" cy="3877812"/>
            <a:chOff x="4875319" y="1098225"/>
            <a:chExt cx="3246461" cy="2819752"/>
          </a:xfrm>
        </p:grpSpPr>
        <p:sp>
          <p:nvSpPr>
            <p:cNvPr id="990" name="Google Shape;990;p57"/>
            <p:cNvSpPr/>
            <p:nvPr/>
          </p:nvSpPr>
          <p:spPr>
            <a:xfrm>
              <a:off x="4875319" y="1098225"/>
              <a:ext cx="3246461" cy="2819752"/>
            </a:xfrm>
            <a:custGeom>
              <a:avLst/>
              <a:gdLst/>
              <a:ahLst/>
              <a:cxnLst/>
              <a:rect l="l" t="t" r="r" b="b"/>
              <a:pathLst>
                <a:path w="168254" h="146139" extrusionOk="0">
                  <a:moveTo>
                    <a:pt x="4437" y="1"/>
                  </a:moveTo>
                  <a:cubicBezTo>
                    <a:pt x="2002" y="1"/>
                    <a:pt x="0" y="1969"/>
                    <a:pt x="0" y="4437"/>
                  </a:cubicBezTo>
                  <a:lnTo>
                    <a:pt x="0" y="141702"/>
                  </a:lnTo>
                  <a:cubicBezTo>
                    <a:pt x="0" y="144137"/>
                    <a:pt x="2002" y="146139"/>
                    <a:pt x="4437" y="146139"/>
                  </a:cubicBezTo>
                  <a:lnTo>
                    <a:pt x="163817" y="146139"/>
                  </a:lnTo>
                  <a:cubicBezTo>
                    <a:pt x="166252" y="146139"/>
                    <a:pt x="168254" y="144137"/>
                    <a:pt x="168254" y="141702"/>
                  </a:cubicBezTo>
                  <a:lnTo>
                    <a:pt x="168254" y="4437"/>
                  </a:lnTo>
                  <a:cubicBezTo>
                    <a:pt x="168254" y="1969"/>
                    <a:pt x="166252" y="1"/>
                    <a:pt x="1638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991" name="Google Shape;991;p57"/>
            <p:cNvGrpSpPr/>
            <p:nvPr/>
          </p:nvGrpSpPr>
          <p:grpSpPr>
            <a:xfrm>
              <a:off x="5125280" y="3493585"/>
              <a:ext cx="92695" cy="81116"/>
              <a:chOff x="4608617" y="3374041"/>
              <a:chExt cx="92695" cy="81116"/>
            </a:xfrm>
          </p:grpSpPr>
          <p:sp>
            <p:nvSpPr>
              <p:cNvPr id="992" name="Google Shape;992;p57"/>
              <p:cNvSpPr/>
              <p:nvPr/>
            </p:nvSpPr>
            <p:spPr>
              <a:xfrm>
                <a:off x="4608617" y="3378942"/>
                <a:ext cx="64387" cy="71334"/>
              </a:xfrm>
              <a:custGeom>
                <a:avLst/>
                <a:gdLst/>
                <a:ahLst/>
                <a:cxnLst/>
                <a:rect l="l" t="t" r="r" b="b"/>
                <a:pathLst>
                  <a:path w="3337" h="3697" extrusionOk="0">
                    <a:moveTo>
                      <a:pt x="361" y="0"/>
                    </a:moveTo>
                    <a:cubicBezTo>
                      <a:pt x="175" y="0"/>
                      <a:pt x="0" y="151"/>
                      <a:pt x="0" y="380"/>
                    </a:cubicBezTo>
                    <a:lnTo>
                      <a:pt x="0" y="3349"/>
                    </a:lnTo>
                    <a:cubicBezTo>
                      <a:pt x="0" y="3551"/>
                      <a:pt x="173" y="3696"/>
                      <a:pt x="358" y="3696"/>
                    </a:cubicBezTo>
                    <a:cubicBezTo>
                      <a:pt x="417" y="3696"/>
                      <a:pt x="478" y="3681"/>
                      <a:pt x="534" y="3649"/>
                    </a:cubicBezTo>
                    <a:lnTo>
                      <a:pt x="3103" y="2148"/>
                    </a:lnTo>
                    <a:cubicBezTo>
                      <a:pt x="3336" y="2015"/>
                      <a:pt x="3336" y="1681"/>
                      <a:pt x="3103" y="1548"/>
                    </a:cubicBezTo>
                    <a:lnTo>
                      <a:pt x="534" y="47"/>
                    </a:lnTo>
                    <a:cubicBezTo>
                      <a:pt x="479" y="15"/>
                      <a:pt x="419" y="0"/>
                      <a:pt x="3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57"/>
              <p:cNvSpPr/>
              <p:nvPr/>
            </p:nvSpPr>
            <p:spPr>
              <a:xfrm>
                <a:off x="4687131" y="3374041"/>
                <a:ext cx="14182" cy="81116"/>
              </a:xfrm>
              <a:custGeom>
                <a:avLst/>
                <a:gdLst/>
                <a:ahLst/>
                <a:cxnLst/>
                <a:rect l="l" t="t" r="r" b="b"/>
                <a:pathLst>
                  <a:path w="735" h="4204" extrusionOk="0">
                    <a:moveTo>
                      <a:pt x="368" y="0"/>
                    </a:moveTo>
                    <a:cubicBezTo>
                      <a:pt x="168" y="0"/>
                      <a:pt x="1" y="167"/>
                      <a:pt x="1" y="367"/>
                    </a:cubicBezTo>
                    <a:lnTo>
                      <a:pt x="1" y="3836"/>
                    </a:lnTo>
                    <a:cubicBezTo>
                      <a:pt x="1" y="4037"/>
                      <a:pt x="168" y="4203"/>
                      <a:pt x="368" y="4203"/>
                    </a:cubicBezTo>
                    <a:cubicBezTo>
                      <a:pt x="568" y="4203"/>
                      <a:pt x="735" y="4037"/>
                      <a:pt x="735" y="3836"/>
                    </a:cubicBezTo>
                    <a:lnTo>
                      <a:pt x="735" y="367"/>
                    </a:lnTo>
                    <a:cubicBezTo>
                      <a:pt x="735" y="167"/>
                      <a:pt x="568" y="0"/>
                      <a:pt x="3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4" name="Google Shape;994;p57"/>
            <p:cNvGrpSpPr/>
            <p:nvPr/>
          </p:nvGrpSpPr>
          <p:grpSpPr>
            <a:xfrm>
              <a:off x="5306730" y="3481033"/>
              <a:ext cx="136476" cy="106219"/>
              <a:chOff x="4543611" y="3481033"/>
              <a:chExt cx="136476" cy="106219"/>
            </a:xfrm>
          </p:grpSpPr>
          <p:sp>
            <p:nvSpPr>
              <p:cNvPr id="995" name="Google Shape;995;p57"/>
              <p:cNvSpPr/>
              <p:nvPr/>
            </p:nvSpPr>
            <p:spPr>
              <a:xfrm>
                <a:off x="4543611" y="3481033"/>
                <a:ext cx="97845" cy="106219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5505" extrusionOk="0">
                    <a:moveTo>
                      <a:pt x="1301" y="0"/>
                    </a:moveTo>
                    <a:cubicBezTo>
                      <a:pt x="1068" y="0"/>
                      <a:pt x="901" y="200"/>
                      <a:pt x="901" y="401"/>
                    </a:cubicBezTo>
                    <a:cubicBezTo>
                      <a:pt x="901" y="567"/>
                      <a:pt x="1001" y="734"/>
                      <a:pt x="1134" y="801"/>
                    </a:cubicBezTo>
                    <a:cubicBezTo>
                      <a:pt x="1134" y="801"/>
                      <a:pt x="1168" y="801"/>
                      <a:pt x="1168" y="834"/>
                    </a:cubicBezTo>
                    <a:lnTo>
                      <a:pt x="1001" y="834"/>
                    </a:lnTo>
                    <a:cubicBezTo>
                      <a:pt x="768" y="834"/>
                      <a:pt x="534" y="1034"/>
                      <a:pt x="534" y="1301"/>
                    </a:cubicBezTo>
                    <a:cubicBezTo>
                      <a:pt x="534" y="1501"/>
                      <a:pt x="667" y="1668"/>
                      <a:pt x="834" y="1735"/>
                    </a:cubicBezTo>
                    <a:cubicBezTo>
                      <a:pt x="834" y="1735"/>
                      <a:pt x="834" y="1768"/>
                      <a:pt x="834" y="1768"/>
                    </a:cubicBezTo>
                    <a:lnTo>
                      <a:pt x="701" y="1768"/>
                    </a:lnTo>
                    <a:cubicBezTo>
                      <a:pt x="434" y="1768"/>
                      <a:pt x="234" y="1968"/>
                      <a:pt x="234" y="2235"/>
                    </a:cubicBezTo>
                    <a:cubicBezTo>
                      <a:pt x="234" y="2435"/>
                      <a:pt x="367" y="2602"/>
                      <a:pt x="534" y="2669"/>
                    </a:cubicBezTo>
                    <a:cubicBezTo>
                      <a:pt x="534" y="2702"/>
                      <a:pt x="534" y="2702"/>
                      <a:pt x="534" y="2702"/>
                    </a:cubicBezTo>
                    <a:lnTo>
                      <a:pt x="467" y="2702"/>
                    </a:lnTo>
                    <a:cubicBezTo>
                      <a:pt x="200" y="2702"/>
                      <a:pt x="0" y="2936"/>
                      <a:pt x="0" y="3203"/>
                    </a:cubicBezTo>
                    <a:cubicBezTo>
                      <a:pt x="0" y="3436"/>
                      <a:pt x="234" y="3636"/>
                      <a:pt x="467" y="3636"/>
                    </a:cubicBezTo>
                    <a:lnTo>
                      <a:pt x="1935" y="3636"/>
                    </a:lnTo>
                    <a:cubicBezTo>
                      <a:pt x="2068" y="3636"/>
                      <a:pt x="2202" y="3770"/>
                      <a:pt x="2169" y="3903"/>
                    </a:cubicBezTo>
                    <a:lnTo>
                      <a:pt x="2135" y="4237"/>
                    </a:lnTo>
                    <a:cubicBezTo>
                      <a:pt x="2102" y="4503"/>
                      <a:pt x="2068" y="4870"/>
                      <a:pt x="2235" y="5137"/>
                    </a:cubicBezTo>
                    <a:cubicBezTo>
                      <a:pt x="2369" y="5371"/>
                      <a:pt x="2636" y="5504"/>
                      <a:pt x="2902" y="5504"/>
                    </a:cubicBezTo>
                    <a:cubicBezTo>
                      <a:pt x="3069" y="5504"/>
                      <a:pt x="3236" y="5371"/>
                      <a:pt x="3236" y="5204"/>
                    </a:cubicBezTo>
                    <a:cubicBezTo>
                      <a:pt x="3269" y="4770"/>
                      <a:pt x="3369" y="4370"/>
                      <a:pt x="3536" y="4003"/>
                    </a:cubicBezTo>
                    <a:cubicBezTo>
                      <a:pt x="3636" y="3770"/>
                      <a:pt x="3870" y="3636"/>
                      <a:pt x="4103" y="3636"/>
                    </a:cubicBezTo>
                    <a:lnTo>
                      <a:pt x="4504" y="3636"/>
                    </a:lnTo>
                    <a:cubicBezTo>
                      <a:pt x="4804" y="3636"/>
                      <a:pt x="5071" y="3369"/>
                      <a:pt x="5071" y="3069"/>
                    </a:cubicBezTo>
                    <a:lnTo>
                      <a:pt x="5071" y="467"/>
                    </a:lnTo>
                    <a:cubicBezTo>
                      <a:pt x="5071" y="200"/>
                      <a:pt x="4837" y="0"/>
                      <a:pt x="46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57"/>
              <p:cNvSpPr/>
              <p:nvPr/>
            </p:nvSpPr>
            <p:spPr>
              <a:xfrm>
                <a:off x="4644661" y="3481033"/>
                <a:ext cx="35426" cy="69520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3603" extrusionOk="0">
                    <a:moveTo>
                      <a:pt x="434" y="0"/>
                    </a:moveTo>
                    <a:cubicBezTo>
                      <a:pt x="201" y="0"/>
                      <a:pt x="0" y="200"/>
                      <a:pt x="0" y="434"/>
                    </a:cubicBezTo>
                    <a:lnTo>
                      <a:pt x="0" y="3203"/>
                    </a:lnTo>
                    <a:cubicBezTo>
                      <a:pt x="0" y="3436"/>
                      <a:pt x="201" y="3603"/>
                      <a:pt x="434" y="3603"/>
                    </a:cubicBezTo>
                    <a:lnTo>
                      <a:pt x="1401" y="3603"/>
                    </a:lnTo>
                    <a:cubicBezTo>
                      <a:pt x="1635" y="3603"/>
                      <a:pt x="1835" y="3436"/>
                      <a:pt x="1835" y="3203"/>
                    </a:cubicBezTo>
                    <a:lnTo>
                      <a:pt x="1835" y="434"/>
                    </a:lnTo>
                    <a:cubicBezTo>
                      <a:pt x="1835" y="200"/>
                      <a:pt x="1635" y="0"/>
                      <a:pt x="14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7" name="Google Shape;997;p57"/>
            <p:cNvSpPr/>
            <p:nvPr/>
          </p:nvSpPr>
          <p:spPr>
            <a:xfrm>
              <a:off x="5531961" y="3496546"/>
              <a:ext cx="127443" cy="75193"/>
            </a:xfrm>
            <a:custGeom>
              <a:avLst/>
              <a:gdLst/>
              <a:ahLst/>
              <a:cxnLst/>
              <a:rect l="l" t="t" r="r" b="b"/>
              <a:pathLst>
                <a:path w="6605" h="3897" extrusionOk="0">
                  <a:moveTo>
                    <a:pt x="3697" y="0"/>
                  </a:moveTo>
                  <a:cubicBezTo>
                    <a:pt x="3490" y="0"/>
                    <a:pt x="3303" y="169"/>
                    <a:pt x="3303" y="394"/>
                  </a:cubicBezTo>
                  <a:lnTo>
                    <a:pt x="3303" y="1128"/>
                  </a:lnTo>
                  <a:cubicBezTo>
                    <a:pt x="2035" y="1195"/>
                    <a:pt x="0" y="1662"/>
                    <a:pt x="0" y="3897"/>
                  </a:cubicBezTo>
                  <a:cubicBezTo>
                    <a:pt x="0" y="3897"/>
                    <a:pt x="801" y="2796"/>
                    <a:pt x="3303" y="2563"/>
                  </a:cubicBezTo>
                  <a:lnTo>
                    <a:pt x="3303" y="3230"/>
                  </a:lnTo>
                  <a:cubicBezTo>
                    <a:pt x="3303" y="3458"/>
                    <a:pt x="3496" y="3610"/>
                    <a:pt x="3707" y="3610"/>
                  </a:cubicBezTo>
                  <a:cubicBezTo>
                    <a:pt x="3772" y="3610"/>
                    <a:pt x="3840" y="3595"/>
                    <a:pt x="3903" y="3563"/>
                  </a:cubicBezTo>
                  <a:lnTo>
                    <a:pt x="6338" y="2162"/>
                  </a:lnTo>
                  <a:cubicBezTo>
                    <a:pt x="6605" y="1995"/>
                    <a:pt x="6605" y="1629"/>
                    <a:pt x="6338" y="1462"/>
                  </a:cubicBezTo>
                  <a:lnTo>
                    <a:pt x="3903" y="61"/>
                  </a:lnTo>
                  <a:cubicBezTo>
                    <a:pt x="3836" y="19"/>
                    <a:pt x="3765" y="0"/>
                    <a:pt x="3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8" name="Google Shape;998;p57"/>
            <p:cNvGrpSpPr/>
            <p:nvPr/>
          </p:nvGrpSpPr>
          <p:grpSpPr>
            <a:xfrm>
              <a:off x="5748159" y="3498735"/>
              <a:ext cx="105563" cy="70815"/>
              <a:chOff x="5703695" y="3481033"/>
              <a:chExt cx="105563" cy="70815"/>
            </a:xfrm>
          </p:grpSpPr>
          <p:sp>
            <p:nvSpPr>
              <p:cNvPr id="999" name="Google Shape;999;p57"/>
              <p:cNvSpPr/>
              <p:nvPr/>
            </p:nvSpPr>
            <p:spPr>
              <a:xfrm>
                <a:off x="5703695" y="3481033"/>
                <a:ext cx="105563" cy="8374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434" extrusionOk="0">
                    <a:moveTo>
                      <a:pt x="0" y="0"/>
                    </a:moveTo>
                    <a:lnTo>
                      <a:pt x="0" y="434"/>
                    </a:lnTo>
                    <a:lnTo>
                      <a:pt x="5471" y="434"/>
                    </a:lnTo>
                    <a:lnTo>
                      <a:pt x="5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57"/>
              <p:cNvSpPr/>
              <p:nvPr/>
            </p:nvSpPr>
            <p:spPr>
              <a:xfrm>
                <a:off x="5703695" y="3493903"/>
                <a:ext cx="105563" cy="7737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401" extrusionOk="0">
                    <a:moveTo>
                      <a:pt x="0" y="0"/>
                    </a:moveTo>
                    <a:lnTo>
                      <a:pt x="0" y="401"/>
                    </a:lnTo>
                    <a:lnTo>
                      <a:pt x="5471" y="401"/>
                    </a:lnTo>
                    <a:lnTo>
                      <a:pt x="5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57"/>
              <p:cNvSpPr/>
              <p:nvPr/>
            </p:nvSpPr>
            <p:spPr>
              <a:xfrm>
                <a:off x="5703695" y="3506137"/>
                <a:ext cx="32840" cy="8374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4" extrusionOk="0">
                    <a:moveTo>
                      <a:pt x="0" y="0"/>
                    </a:moveTo>
                    <a:lnTo>
                      <a:pt x="0" y="434"/>
                    </a:lnTo>
                    <a:lnTo>
                      <a:pt x="1701" y="434"/>
                    </a:lnTo>
                    <a:lnTo>
                      <a:pt x="17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57"/>
              <p:cNvSpPr/>
              <p:nvPr/>
            </p:nvSpPr>
            <p:spPr>
              <a:xfrm>
                <a:off x="5703695" y="3518351"/>
                <a:ext cx="32840" cy="8393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5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701" y="435"/>
                    </a:lnTo>
                    <a:lnTo>
                      <a:pt x="17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57"/>
              <p:cNvSpPr/>
              <p:nvPr/>
            </p:nvSpPr>
            <p:spPr>
              <a:xfrm>
                <a:off x="5703695" y="3531241"/>
                <a:ext cx="32840" cy="7737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01" extrusionOk="0">
                    <a:moveTo>
                      <a:pt x="0" y="0"/>
                    </a:moveTo>
                    <a:lnTo>
                      <a:pt x="0" y="400"/>
                    </a:lnTo>
                    <a:lnTo>
                      <a:pt x="1701" y="400"/>
                    </a:lnTo>
                    <a:lnTo>
                      <a:pt x="17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57"/>
              <p:cNvSpPr/>
              <p:nvPr/>
            </p:nvSpPr>
            <p:spPr>
              <a:xfrm>
                <a:off x="5703695" y="3543455"/>
                <a:ext cx="32840" cy="8393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5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701" y="435"/>
                    </a:lnTo>
                    <a:lnTo>
                      <a:pt x="17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57"/>
              <p:cNvSpPr/>
              <p:nvPr/>
            </p:nvSpPr>
            <p:spPr>
              <a:xfrm>
                <a:off x="5755812" y="3506137"/>
                <a:ext cx="44436" cy="44417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2302" extrusionOk="0">
                    <a:moveTo>
                      <a:pt x="1002" y="0"/>
                    </a:moveTo>
                    <a:cubicBezTo>
                      <a:pt x="868" y="0"/>
                      <a:pt x="768" y="100"/>
                      <a:pt x="768" y="234"/>
                    </a:cubicBezTo>
                    <a:lnTo>
                      <a:pt x="768" y="534"/>
                    </a:lnTo>
                    <a:cubicBezTo>
                      <a:pt x="768" y="667"/>
                      <a:pt x="668" y="767"/>
                      <a:pt x="535" y="767"/>
                    </a:cubicBezTo>
                    <a:lnTo>
                      <a:pt x="234" y="767"/>
                    </a:lnTo>
                    <a:cubicBezTo>
                      <a:pt x="101" y="767"/>
                      <a:pt x="1" y="867"/>
                      <a:pt x="1" y="1001"/>
                    </a:cubicBezTo>
                    <a:lnTo>
                      <a:pt x="1" y="1301"/>
                    </a:lnTo>
                    <a:cubicBezTo>
                      <a:pt x="1" y="1435"/>
                      <a:pt x="101" y="1535"/>
                      <a:pt x="234" y="1535"/>
                    </a:cubicBezTo>
                    <a:lnTo>
                      <a:pt x="535" y="1535"/>
                    </a:lnTo>
                    <a:cubicBezTo>
                      <a:pt x="668" y="1535"/>
                      <a:pt x="768" y="1668"/>
                      <a:pt x="768" y="1801"/>
                    </a:cubicBezTo>
                    <a:lnTo>
                      <a:pt x="768" y="2068"/>
                    </a:lnTo>
                    <a:cubicBezTo>
                      <a:pt x="768" y="2202"/>
                      <a:pt x="868" y="2302"/>
                      <a:pt x="1002" y="2302"/>
                    </a:cubicBezTo>
                    <a:lnTo>
                      <a:pt x="1302" y="2302"/>
                    </a:lnTo>
                    <a:cubicBezTo>
                      <a:pt x="1435" y="2302"/>
                      <a:pt x="1535" y="2202"/>
                      <a:pt x="1535" y="2068"/>
                    </a:cubicBezTo>
                    <a:lnTo>
                      <a:pt x="1535" y="1801"/>
                    </a:lnTo>
                    <a:cubicBezTo>
                      <a:pt x="1535" y="1668"/>
                      <a:pt x="1635" y="1535"/>
                      <a:pt x="1802" y="1535"/>
                    </a:cubicBezTo>
                    <a:lnTo>
                      <a:pt x="2069" y="1535"/>
                    </a:lnTo>
                    <a:cubicBezTo>
                      <a:pt x="2203" y="1535"/>
                      <a:pt x="2303" y="1435"/>
                      <a:pt x="2303" y="1301"/>
                    </a:cubicBezTo>
                    <a:lnTo>
                      <a:pt x="2303" y="1001"/>
                    </a:lnTo>
                    <a:cubicBezTo>
                      <a:pt x="2303" y="867"/>
                      <a:pt x="2203" y="767"/>
                      <a:pt x="2069" y="767"/>
                    </a:cubicBezTo>
                    <a:lnTo>
                      <a:pt x="1802" y="767"/>
                    </a:lnTo>
                    <a:cubicBezTo>
                      <a:pt x="1669" y="767"/>
                      <a:pt x="1535" y="667"/>
                      <a:pt x="1535" y="534"/>
                    </a:cubicBezTo>
                    <a:lnTo>
                      <a:pt x="1535" y="234"/>
                    </a:lnTo>
                    <a:cubicBezTo>
                      <a:pt x="1535" y="100"/>
                      <a:pt x="1435" y="0"/>
                      <a:pt x="13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6" name="Google Shape;1006;p57"/>
            <p:cNvGrpSpPr/>
            <p:nvPr/>
          </p:nvGrpSpPr>
          <p:grpSpPr>
            <a:xfrm>
              <a:off x="5942477" y="3526087"/>
              <a:ext cx="82411" cy="16111"/>
              <a:chOff x="5942477" y="3508703"/>
              <a:chExt cx="82411" cy="16111"/>
            </a:xfrm>
          </p:grpSpPr>
          <p:sp>
            <p:nvSpPr>
              <p:cNvPr id="1007" name="Google Shape;1007;p57"/>
              <p:cNvSpPr/>
              <p:nvPr/>
            </p:nvSpPr>
            <p:spPr>
              <a:xfrm>
                <a:off x="5942477" y="350870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34" y="1"/>
                    </a:moveTo>
                    <a:cubicBezTo>
                      <a:pt x="201" y="1"/>
                      <a:pt x="1" y="167"/>
                      <a:pt x="1" y="401"/>
                    </a:cubicBezTo>
                    <a:cubicBezTo>
                      <a:pt x="1" y="634"/>
                      <a:pt x="201" y="835"/>
                      <a:pt x="434" y="835"/>
                    </a:cubicBezTo>
                    <a:cubicBezTo>
                      <a:pt x="634" y="835"/>
                      <a:pt x="834" y="634"/>
                      <a:pt x="834" y="401"/>
                    </a:cubicBezTo>
                    <a:cubicBezTo>
                      <a:pt x="834" y="167"/>
                      <a:pt x="634" y="1"/>
                      <a:pt x="4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57"/>
              <p:cNvSpPr/>
              <p:nvPr/>
            </p:nvSpPr>
            <p:spPr>
              <a:xfrm>
                <a:off x="5975955" y="350870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00" y="1"/>
                    </a:moveTo>
                    <a:cubicBezTo>
                      <a:pt x="167" y="1"/>
                      <a:pt x="0" y="167"/>
                      <a:pt x="0" y="401"/>
                    </a:cubicBezTo>
                    <a:cubicBezTo>
                      <a:pt x="0" y="634"/>
                      <a:pt x="167" y="835"/>
                      <a:pt x="400" y="835"/>
                    </a:cubicBezTo>
                    <a:cubicBezTo>
                      <a:pt x="634" y="835"/>
                      <a:pt x="834" y="634"/>
                      <a:pt x="834" y="401"/>
                    </a:cubicBezTo>
                    <a:cubicBezTo>
                      <a:pt x="834" y="167"/>
                      <a:pt x="634" y="1"/>
                      <a:pt x="4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57"/>
              <p:cNvSpPr/>
              <p:nvPr/>
            </p:nvSpPr>
            <p:spPr>
              <a:xfrm>
                <a:off x="6008777" y="350870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34" y="1"/>
                    </a:moveTo>
                    <a:cubicBezTo>
                      <a:pt x="200" y="1"/>
                      <a:pt x="0" y="167"/>
                      <a:pt x="0" y="401"/>
                    </a:cubicBezTo>
                    <a:cubicBezTo>
                      <a:pt x="0" y="634"/>
                      <a:pt x="200" y="835"/>
                      <a:pt x="434" y="835"/>
                    </a:cubicBezTo>
                    <a:cubicBezTo>
                      <a:pt x="667" y="835"/>
                      <a:pt x="834" y="634"/>
                      <a:pt x="834" y="401"/>
                    </a:cubicBezTo>
                    <a:cubicBezTo>
                      <a:pt x="834" y="167"/>
                      <a:pt x="667" y="1"/>
                      <a:pt x="4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0" name="Google Shape;1010;p57"/>
            <p:cNvSpPr/>
            <p:nvPr/>
          </p:nvSpPr>
          <p:spPr>
            <a:xfrm>
              <a:off x="5289189" y="1274588"/>
              <a:ext cx="724083" cy="86268"/>
            </a:xfrm>
            <a:custGeom>
              <a:avLst/>
              <a:gdLst/>
              <a:ahLst/>
              <a:cxnLst/>
              <a:rect l="l" t="t" r="r" b="b"/>
              <a:pathLst>
                <a:path w="37527" h="4471" extrusionOk="0">
                  <a:moveTo>
                    <a:pt x="2235" y="1"/>
                  </a:moveTo>
                  <a:cubicBezTo>
                    <a:pt x="1001" y="1"/>
                    <a:pt x="0" y="1001"/>
                    <a:pt x="0" y="2236"/>
                  </a:cubicBezTo>
                  <a:cubicBezTo>
                    <a:pt x="0" y="3470"/>
                    <a:pt x="1001" y="4471"/>
                    <a:pt x="2235" y="4471"/>
                  </a:cubicBezTo>
                  <a:lnTo>
                    <a:pt x="35292" y="4471"/>
                  </a:lnTo>
                  <a:cubicBezTo>
                    <a:pt x="36526" y="4471"/>
                    <a:pt x="37527" y="3470"/>
                    <a:pt x="37527" y="2236"/>
                  </a:cubicBezTo>
                  <a:cubicBezTo>
                    <a:pt x="37527" y="1001"/>
                    <a:pt x="36526" y="1"/>
                    <a:pt x="35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57"/>
            <p:cNvSpPr/>
            <p:nvPr/>
          </p:nvSpPr>
          <p:spPr>
            <a:xfrm>
              <a:off x="4993755" y="3772611"/>
              <a:ext cx="3004463" cy="17385"/>
            </a:xfrm>
            <a:custGeom>
              <a:avLst/>
              <a:gdLst/>
              <a:ahLst/>
              <a:cxnLst/>
              <a:rect l="l" t="t" r="r" b="b"/>
              <a:pathLst>
                <a:path w="155712" h="901" extrusionOk="0">
                  <a:moveTo>
                    <a:pt x="434" y="0"/>
                  </a:moveTo>
                  <a:cubicBezTo>
                    <a:pt x="200" y="0"/>
                    <a:pt x="0" y="200"/>
                    <a:pt x="0" y="467"/>
                  </a:cubicBezTo>
                  <a:cubicBezTo>
                    <a:pt x="0" y="701"/>
                    <a:pt x="200" y="901"/>
                    <a:pt x="434" y="901"/>
                  </a:cubicBezTo>
                  <a:lnTo>
                    <a:pt x="155278" y="901"/>
                  </a:lnTo>
                  <a:cubicBezTo>
                    <a:pt x="155511" y="901"/>
                    <a:pt x="155711" y="701"/>
                    <a:pt x="155711" y="467"/>
                  </a:cubicBezTo>
                  <a:cubicBezTo>
                    <a:pt x="155711" y="200"/>
                    <a:pt x="155511" y="0"/>
                    <a:pt x="1552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2" name="Google Shape;1012;p57"/>
          <p:cNvSpPr/>
          <p:nvPr/>
        </p:nvSpPr>
        <p:spPr>
          <a:xfrm>
            <a:off x="2895708" y="1367106"/>
            <a:ext cx="3952435" cy="2493450"/>
          </a:xfrm>
          <a:custGeom>
            <a:avLst/>
            <a:gdLst/>
            <a:ahLst/>
            <a:cxnLst/>
            <a:rect l="l" t="t" r="r" b="b"/>
            <a:pathLst>
              <a:path w="155712" h="93968" extrusionOk="0">
                <a:moveTo>
                  <a:pt x="0" y="0"/>
                </a:moveTo>
                <a:lnTo>
                  <a:pt x="0" y="93968"/>
                </a:lnTo>
                <a:lnTo>
                  <a:pt x="155711" y="93968"/>
                </a:lnTo>
                <a:lnTo>
                  <a:pt x="155711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6" name="Google Shape;1016;p57"/>
          <p:cNvSpPr/>
          <p:nvPr/>
        </p:nvSpPr>
        <p:spPr>
          <a:xfrm>
            <a:off x="2885247" y="3122092"/>
            <a:ext cx="3952435" cy="45719"/>
          </a:xfrm>
          <a:custGeom>
            <a:avLst/>
            <a:gdLst/>
            <a:ahLst/>
            <a:cxnLst/>
            <a:rect l="l" t="t" r="r" b="b"/>
            <a:pathLst>
              <a:path w="155712" h="835" extrusionOk="0">
                <a:moveTo>
                  <a:pt x="0" y="1"/>
                </a:moveTo>
                <a:lnTo>
                  <a:pt x="0" y="835"/>
                </a:lnTo>
                <a:lnTo>
                  <a:pt x="155711" y="835"/>
                </a:lnTo>
                <a:lnTo>
                  <a:pt x="15571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57"/>
          <p:cNvSpPr/>
          <p:nvPr/>
        </p:nvSpPr>
        <p:spPr>
          <a:xfrm>
            <a:off x="2885247" y="1325025"/>
            <a:ext cx="3952435" cy="45719"/>
          </a:xfrm>
          <a:custGeom>
            <a:avLst/>
            <a:gdLst/>
            <a:ahLst/>
            <a:cxnLst/>
            <a:rect l="l" t="t" r="r" b="b"/>
            <a:pathLst>
              <a:path w="155712" h="835" extrusionOk="0">
                <a:moveTo>
                  <a:pt x="0" y="0"/>
                </a:moveTo>
                <a:lnTo>
                  <a:pt x="0" y="834"/>
                </a:lnTo>
                <a:lnTo>
                  <a:pt x="155711" y="834"/>
                </a:lnTo>
                <a:lnTo>
                  <a:pt x="15571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57"/>
          <p:cNvSpPr/>
          <p:nvPr/>
        </p:nvSpPr>
        <p:spPr>
          <a:xfrm>
            <a:off x="4243980" y="2088381"/>
            <a:ext cx="377648" cy="393913"/>
          </a:xfrm>
          <a:custGeom>
            <a:avLst/>
            <a:gdLst/>
            <a:ahLst/>
            <a:cxnLst/>
            <a:rect l="l" t="t" r="r" b="b"/>
            <a:pathLst>
              <a:path w="14878" h="14845" extrusionOk="0">
                <a:moveTo>
                  <a:pt x="4303" y="2636"/>
                </a:moveTo>
                <a:lnTo>
                  <a:pt x="12576" y="7440"/>
                </a:lnTo>
                <a:lnTo>
                  <a:pt x="4303" y="12210"/>
                </a:lnTo>
                <a:lnTo>
                  <a:pt x="4303" y="2636"/>
                </a:lnTo>
                <a:close/>
                <a:moveTo>
                  <a:pt x="7439" y="1"/>
                </a:moveTo>
                <a:cubicBezTo>
                  <a:pt x="3336" y="1"/>
                  <a:pt x="0" y="3303"/>
                  <a:pt x="0" y="7406"/>
                </a:cubicBezTo>
                <a:cubicBezTo>
                  <a:pt x="0" y="11542"/>
                  <a:pt x="3336" y="14845"/>
                  <a:pt x="7439" y="14845"/>
                </a:cubicBezTo>
                <a:cubicBezTo>
                  <a:pt x="11542" y="14845"/>
                  <a:pt x="14877" y="11542"/>
                  <a:pt x="14877" y="7406"/>
                </a:cubicBezTo>
                <a:cubicBezTo>
                  <a:pt x="14877" y="3303"/>
                  <a:pt x="11542" y="1"/>
                  <a:pt x="74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19" name="Google Shape;1019;p57"/>
          <p:cNvGrpSpPr/>
          <p:nvPr/>
        </p:nvGrpSpPr>
        <p:grpSpPr>
          <a:xfrm>
            <a:off x="2957971" y="2949589"/>
            <a:ext cx="3761073" cy="64640"/>
            <a:chOff x="5066480" y="3164989"/>
            <a:chExt cx="2858998" cy="47003"/>
          </a:xfrm>
        </p:grpSpPr>
        <p:sp>
          <p:nvSpPr>
            <p:cNvPr id="1020" name="Google Shape;1020;p57"/>
            <p:cNvSpPr/>
            <p:nvPr/>
          </p:nvSpPr>
          <p:spPr>
            <a:xfrm>
              <a:off x="5066480" y="3180445"/>
              <a:ext cx="2858998" cy="16111"/>
            </a:xfrm>
            <a:custGeom>
              <a:avLst/>
              <a:gdLst/>
              <a:ahLst/>
              <a:cxnLst/>
              <a:rect l="l" t="t" r="r" b="b"/>
              <a:pathLst>
                <a:path w="148173" h="835" extrusionOk="0">
                  <a:moveTo>
                    <a:pt x="434" y="0"/>
                  </a:moveTo>
                  <a:cubicBezTo>
                    <a:pt x="201" y="0"/>
                    <a:pt x="0" y="167"/>
                    <a:pt x="0" y="401"/>
                  </a:cubicBezTo>
                  <a:cubicBezTo>
                    <a:pt x="0" y="634"/>
                    <a:pt x="201" y="834"/>
                    <a:pt x="434" y="834"/>
                  </a:cubicBezTo>
                  <a:lnTo>
                    <a:pt x="147739" y="834"/>
                  </a:lnTo>
                  <a:cubicBezTo>
                    <a:pt x="147973" y="834"/>
                    <a:pt x="148173" y="634"/>
                    <a:pt x="148173" y="401"/>
                  </a:cubicBezTo>
                  <a:cubicBezTo>
                    <a:pt x="148173" y="167"/>
                    <a:pt x="147973" y="0"/>
                    <a:pt x="147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57"/>
            <p:cNvSpPr/>
            <p:nvPr/>
          </p:nvSpPr>
          <p:spPr>
            <a:xfrm>
              <a:off x="5066480" y="3180445"/>
              <a:ext cx="1369656" cy="16111"/>
            </a:xfrm>
            <a:custGeom>
              <a:avLst/>
              <a:gdLst/>
              <a:ahLst/>
              <a:cxnLst/>
              <a:rect l="l" t="t" r="r" b="b"/>
              <a:pathLst>
                <a:path w="70985" h="835" extrusionOk="0">
                  <a:moveTo>
                    <a:pt x="434" y="0"/>
                  </a:moveTo>
                  <a:cubicBezTo>
                    <a:pt x="201" y="0"/>
                    <a:pt x="0" y="167"/>
                    <a:pt x="0" y="401"/>
                  </a:cubicBezTo>
                  <a:cubicBezTo>
                    <a:pt x="0" y="634"/>
                    <a:pt x="201" y="834"/>
                    <a:pt x="434" y="834"/>
                  </a:cubicBezTo>
                  <a:lnTo>
                    <a:pt x="70984" y="834"/>
                  </a:lnTo>
                  <a:lnTo>
                    <a:pt x="709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57"/>
            <p:cNvSpPr/>
            <p:nvPr/>
          </p:nvSpPr>
          <p:spPr>
            <a:xfrm>
              <a:off x="6424245" y="3164989"/>
              <a:ext cx="47003" cy="47003"/>
            </a:xfrm>
            <a:custGeom>
              <a:avLst/>
              <a:gdLst/>
              <a:ahLst/>
              <a:cxnLst/>
              <a:rect l="l" t="t" r="r" b="b"/>
              <a:pathLst>
                <a:path w="2436" h="2436" extrusionOk="0">
                  <a:moveTo>
                    <a:pt x="1235" y="1"/>
                  </a:moveTo>
                  <a:cubicBezTo>
                    <a:pt x="568" y="1"/>
                    <a:pt x="1" y="535"/>
                    <a:pt x="1" y="1202"/>
                  </a:cubicBezTo>
                  <a:cubicBezTo>
                    <a:pt x="1" y="1902"/>
                    <a:pt x="568" y="2436"/>
                    <a:pt x="1235" y="2436"/>
                  </a:cubicBezTo>
                  <a:cubicBezTo>
                    <a:pt x="1902" y="2436"/>
                    <a:pt x="2436" y="1902"/>
                    <a:pt x="2436" y="1202"/>
                  </a:cubicBezTo>
                  <a:cubicBezTo>
                    <a:pt x="2436" y="535"/>
                    <a:pt x="1902" y="1"/>
                    <a:pt x="12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57"/>
            <p:cNvSpPr/>
            <p:nvPr/>
          </p:nvSpPr>
          <p:spPr>
            <a:xfrm>
              <a:off x="6436153" y="3176585"/>
              <a:ext cx="23193" cy="23829"/>
            </a:xfrm>
            <a:custGeom>
              <a:avLst/>
              <a:gdLst/>
              <a:ahLst/>
              <a:cxnLst/>
              <a:rect l="l" t="t" r="r" b="b"/>
              <a:pathLst>
                <a:path w="1202" h="1235" extrusionOk="0">
                  <a:moveTo>
                    <a:pt x="601" y="0"/>
                  </a:moveTo>
                  <a:cubicBezTo>
                    <a:pt x="267" y="0"/>
                    <a:pt x="0" y="267"/>
                    <a:pt x="0" y="601"/>
                  </a:cubicBezTo>
                  <a:cubicBezTo>
                    <a:pt x="0" y="934"/>
                    <a:pt x="267" y="1235"/>
                    <a:pt x="601" y="1235"/>
                  </a:cubicBezTo>
                  <a:cubicBezTo>
                    <a:pt x="934" y="1235"/>
                    <a:pt x="1201" y="968"/>
                    <a:pt x="1201" y="601"/>
                  </a:cubicBezTo>
                  <a:cubicBezTo>
                    <a:pt x="1201" y="267"/>
                    <a:pt x="934" y="0"/>
                    <a:pt x="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B291F314-0B14-4B38-9F67-A9C3F625EF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77" t="34179" r="28953" b="27081"/>
          <a:stretch/>
        </p:blipFill>
        <p:spPr bwMode="auto">
          <a:xfrm>
            <a:off x="2895708" y="1377293"/>
            <a:ext cx="3941974" cy="242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3"/>
          <p:cNvSpPr txBox="1">
            <a:spLocks noGrp="1"/>
          </p:cNvSpPr>
          <p:nvPr>
            <p:ph type="title"/>
          </p:nvPr>
        </p:nvSpPr>
        <p:spPr>
          <a:xfrm>
            <a:off x="1574138" y="1535872"/>
            <a:ext cx="5581574" cy="169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sp>
        <p:nvSpPr>
          <p:cNvPr id="895" name="Google Shape;895;p53"/>
          <p:cNvSpPr/>
          <p:nvPr/>
        </p:nvSpPr>
        <p:spPr>
          <a:xfrm>
            <a:off x="8314908" y="1315751"/>
            <a:ext cx="218168" cy="220126"/>
          </a:xfrm>
          <a:custGeom>
            <a:avLst/>
            <a:gdLst/>
            <a:ahLst/>
            <a:cxnLst/>
            <a:rect l="l" t="t" r="r" b="b"/>
            <a:pathLst>
              <a:path w="1337" h="1349" extrusionOk="0">
                <a:moveTo>
                  <a:pt x="1336" y="681"/>
                </a:moveTo>
                <a:cubicBezTo>
                  <a:pt x="1336" y="1047"/>
                  <a:pt x="1046" y="1349"/>
                  <a:pt x="668" y="1349"/>
                </a:cubicBezTo>
                <a:cubicBezTo>
                  <a:pt x="303" y="1349"/>
                  <a:pt x="1" y="1047"/>
                  <a:pt x="1" y="681"/>
                </a:cubicBezTo>
                <a:cubicBezTo>
                  <a:pt x="1" y="303"/>
                  <a:pt x="303" y="1"/>
                  <a:pt x="668" y="1"/>
                </a:cubicBezTo>
                <a:cubicBezTo>
                  <a:pt x="1046" y="1"/>
                  <a:pt x="1336" y="303"/>
                  <a:pt x="1336" y="6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53"/>
          <p:cNvSpPr/>
          <p:nvPr/>
        </p:nvSpPr>
        <p:spPr>
          <a:xfrm>
            <a:off x="8775423" y="2694078"/>
            <a:ext cx="150286" cy="117325"/>
          </a:xfrm>
          <a:custGeom>
            <a:avLst/>
            <a:gdLst/>
            <a:ahLst/>
            <a:cxnLst/>
            <a:rect l="l" t="t" r="r" b="b"/>
            <a:pathLst>
              <a:path w="921" h="719" extrusionOk="0">
                <a:moveTo>
                  <a:pt x="706" y="139"/>
                </a:moveTo>
                <a:cubicBezTo>
                  <a:pt x="921" y="353"/>
                  <a:pt x="769" y="719"/>
                  <a:pt x="467" y="719"/>
                </a:cubicBezTo>
                <a:cubicBezTo>
                  <a:pt x="152" y="719"/>
                  <a:pt x="1" y="353"/>
                  <a:pt x="215" y="139"/>
                </a:cubicBezTo>
                <a:cubicBezTo>
                  <a:pt x="354" y="1"/>
                  <a:pt x="568" y="1"/>
                  <a:pt x="706" y="13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53"/>
          <p:cNvSpPr/>
          <p:nvPr/>
        </p:nvSpPr>
        <p:spPr>
          <a:xfrm>
            <a:off x="2501425" y="928695"/>
            <a:ext cx="197445" cy="197608"/>
          </a:xfrm>
          <a:custGeom>
            <a:avLst/>
            <a:gdLst/>
            <a:ahLst/>
            <a:cxnLst/>
            <a:rect l="l" t="t" r="r" b="b"/>
            <a:pathLst>
              <a:path w="1210" h="1211" extrusionOk="0">
                <a:moveTo>
                  <a:pt x="1210" y="606"/>
                </a:moveTo>
                <a:cubicBezTo>
                  <a:pt x="1210" y="946"/>
                  <a:pt x="945" y="1210"/>
                  <a:pt x="605" y="1210"/>
                </a:cubicBezTo>
                <a:cubicBezTo>
                  <a:pt x="278" y="1210"/>
                  <a:pt x="0" y="946"/>
                  <a:pt x="0" y="606"/>
                </a:cubicBezTo>
                <a:cubicBezTo>
                  <a:pt x="0" y="278"/>
                  <a:pt x="278" y="1"/>
                  <a:pt x="605" y="1"/>
                </a:cubicBezTo>
                <a:cubicBezTo>
                  <a:pt x="945" y="1"/>
                  <a:pt x="1210" y="278"/>
                  <a:pt x="1210" y="60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53"/>
          <p:cNvSpPr/>
          <p:nvPr/>
        </p:nvSpPr>
        <p:spPr>
          <a:xfrm>
            <a:off x="1836050" y="4185342"/>
            <a:ext cx="255046" cy="255210"/>
          </a:xfrm>
          <a:custGeom>
            <a:avLst/>
            <a:gdLst/>
            <a:ahLst/>
            <a:cxnLst/>
            <a:rect l="l" t="t" r="r" b="b"/>
            <a:pathLst>
              <a:path w="1563" h="1564" extrusionOk="0">
                <a:moveTo>
                  <a:pt x="781" y="1"/>
                </a:moveTo>
                <a:cubicBezTo>
                  <a:pt x="353" y="1"/>
                  <a:pt x="0" y="354"/>
                  <a:pt x="0" y="782"/>
                </a:cubicBezTo>
                <a:cubicBezTo>
                  <a:pt x="0" y="1210"/>
                  <a:pt x="353" y="1563"/>
                  <a:pt x="781" y="1563"/>
                </a:cubicBezTo>
                <a:cubicBezTo>
                  <a:pt x="1210" y="1563"/>
                  <a:pt x="1563" y="1210"/>
                  <a:pt x="1563" y="782"/>
                </a:cubicBezTo>
                <a:cubicBezTo>
                  <a:pt x="1563" y="354"/>
                  <a:pt x="1210" y="1"/>
                  <a:pt x="7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53"/>
          <p:cNvSpPr/>
          <p:nvPr/>
        </p:nvSpPr>
        <p:spPr>
          <a:xfrm>
            <a:off x="6457776" y="1535872"/>
            <a:ext cx="80447" cy="82405"/>
          </a:xfrm>
          <a:custGeom>
            <a:avLst/>
            <a:gdLst/>
            <a:ahLst/>
            <a:cxnLst/>
            <a:rect l="l" t="t" r="r" b="b"/>
            <a:pathLst>
              <a:path w="493" h="505" extrusionOk="0">
                <a:moveTo>
                  <a:pt x="253" y="1"/>
                </a:moveTo>
                <a:cubicBezTo>
                  <a:pt x="114" y="1"/>
                  <a:pt x="1" y="114"/>
                  <a:pt x="1" y="253"/>
                </a:cubicBezTo>
                <a:cubicBezTo>
                  <a:pt x="1" y="391"/>
                  <a:pt x="114" y="505"/>
                  <a:pt x="253" y="505"/>
                </a:cubicBezTo>
                <a:cubicBezTo>
                  <a:pt x="392" y="505"/>
                  <a:pt x="492" y="391"/>
                  <a:pt x="492" y="253"/>
                </a:cubicBezTo>
                <a:cubicBezTo>
                  <a:pt x="492" y="114"/>
                  <a:pt x="392" y="1"/>
                  <a:pt x="2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itical Thinking Lesson by Slidego">
  <a:themeElements>
    <a:clrScheme name="Simple Light">
      <a:dk1>
        <a:srgbClr val="4166B7"/>
      </a:dk1>
      <a:lt1>
        <a:srgbClr val="FFFFFF"/>
      </a:lt1>
      <a:dk2>
        <a:srgbClr val="595959"/>
      </a:dk2>
      <a:lt2>
        <a:srgbClr val="EEEEEE"/>
      </a:lt2>
      <a:accent1>
        <a:srgbClr val="FA8152"/>
      </a:accent1>
      <a:accent2>
        <a:srgbClr val="F0CF36"/>
      </a:accent2>
      <a:accent3>
        <a:srgbClr val="4166B7"/>
      </a:accent3>
      <a:accent4>
        <a:srgbClr val="FA8152"/>
      </a:accent4>
      <a:accent5>
        <a:srgbClr val="F0CF36"/>
      </a:accent5>
      <a:accent6>
        <a:srgbClr val="4166B7"/>
      </a:accent6>
      <a:hlink>
        <a:srgbClr val="4166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382</Words>
  <Application>Microsoft Office PowerPoint</Application>
  <PresentationFormat>On-screen Show (16:9)</PresentationFormat>
  <Paragraphs>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Open Sans</vt:lpstr>
      <vt:lpstr>Fira Sans Extra Condensed Medium</vt:lpstr>
      <vt:lpstr>Rockwell</vt:lpstr>
      <vt:lpstr>Roboto Slab Regular</vt:lpstr>
      <vt:lpstr>Arial</vt:lpstr>
      <vt:lpstr>Fredoka One</vt:lpstr>
      <vt:lpstr>Critical Thinking Lesson by Slidego</vt:lpstr>
      <vt:lpstr>THE DOM AND JQUERY  Chapter 5    </vt:lpstr>
      <vt:lpstr> </vt:lpstr>
      <vt:lpstr>01 </vt:lpstr>
      <vt:lpstr>HOW DO WE SELECT A PARTICULAR ELEMENT IN HTML?</vt:lpstr>
      <vt:lpstr>Practical Demonstration</vt:lpstr>
      <vt:lpstr>What is an id in HTML?  What is an id in HTML?</vt:lpstr>
      <vt:lpstr>Example:  &lt;h1 id="main-heading"&gt;Hello world!&lt;/h1&gt;  </vt:lpstr>
      <vt:lpstr>How to get the contents of the element we selected?</vt:lpstr>
      <vt:lpstr>Definition of concepts</vt:lpstr>
      <vt:lpstr>Features of the topic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DOM AND JQUERY  Chapter 5</dc:title>
  <dc:creator>admin</dc:creator>
  <cp:lastModifiedBy>admin</cp:lastModifiedBy>
  <cp:revision>13</cp:revision>
  <dcterms:modified xsi:type="dcterms:W3CDTF">2021-03-10T11:40:43Z</dcterms:modified>
</cp:coreProperties>
</file>